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04" r:id="rId1"/>
  </p:sldMasterIdLst>
  <p:sldIdLst>
    <p:sldId id="316" r:id="rId2"/>
    <p:sldId id="332" r:id="rId3"/>
    <p:sldId id="329" r:id="rId4"/>
    <p:sldId id="319" r:id="rId5"/>
    <p:sldId id="333" r:id="rId6"/>
    <p:sldId id="320" r:id="rId7"/>
    <p:sldId id="335" r:id="rId8"/>
    <p:sldId id="339" r:id="rId9"/>
    <p:sldId id="340" r:id="rId10"/>
    <p:sldId id="337" r:id="rId11"/>
    <p:sldId id="326" r:id="rId12"/>
    <p:sldId id="341" r:id="rId13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883" autoAdjust="0"/>
    <p:restoredTop sz="96817" autoAdjust="0"/>
  </p:normalViewPr>
  <p:slideViewPr>
    <p:cSldViewPr>
      <p:cViewPr varScale="1">
        <p:scale>
          <a:sx n="122" d="100"/>
          <a:sy n="122" d="100"/>
        </p:scale>
        <p:origin x="102" y="19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C9237CB-90AA-4F09-9544-7F1F6F32D255}" type="doc">
      <dgm:prSet loTypeId="urn:microsoft.com/office/officeart/2005/8/layout/lProcess3" loCatId="process" qsTypeId="urn:microsoft.com/office/officeart/2005/8/quickstyle/3d1" qsCatId="3D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8B29BD39-4057-4025-BA93-583B10C33BAE}">
      <dgm:prSet phldrT="[Текст]" custT="1"/>
      <dgm:spPr/>
      <dgm:t>
        <a:bodyPr/>
        <a:lstStyle/>
        <a:p>
          <a:pPr>
            <a:lnSpc>
              <a:spcPct val="100000"/>
            </a:lnSpc>
            <a:spcAft>
              <a:spcPts val="0"/>
            </a:spcAft>
          </a:pPr>
          <a:r>
            <a:rPr lang="ru-RU" sz="3600" dirty="0" smtClean="0"/>
            <a:t>Разработать приложение </a:t>
          </a:r>
        </a:p>
        <a:p>
          <a:pPr>
            <a:lnSpc>
              <a:spcPct val="90000"/>
            </a:lnSpc>
            <a:spcAft>
              <a:spcPct val="35000"/>
            </a:spcAft>
          </a:pPr>
          <a:r>
            <a:rPr lang="ru-RU" sz="3600" dirty="0" smtClean="0"/>
            <a:t>для обмена данными с роботом</a:t>
          </a:r>
          <a:endParaRPr lang="ru-RU" sz="3600" dirty="0">
            <a:latin typeface="+mj-lt"/>
          </a:endParaRPr>
        </a:p>
      </dgm:t>
    </dgm:pt>
    <dgm:pt modelId="{D88DB565-9BBF-4558-91D7-3A4DEA702551}" type="parTrans" cxnId="{0D53C241-4A3C-4B1C-B0A6-4B9C266DAD99}">
      <dgm:prSet/>
      <dgm:spPr/>
      <dgm:t>
        <a:bodyPr/>
        <a:lstStyle/>
        <a:p>
          <a:endParaRPr lang="ru-RU">
            <a:latin typeface="+mj-lt"/>
          </a:endParaRPr>
        </a:p>
      </dgm:t>
    </dgm:pt>
    <dgm:pt modelId="{231C76FB-1F2F-4814-A270-7C4460ED1C26}" type="sibTrans" cxnId="{0D53C241-4A3C-4B1C-B0A6-4B9C266DAD99}">
      <dgm:prSet/>
      <dgm:spPr/>
      <dgm:t>
        <a:bodyPr/>
        <a:lstStyle/>
        <a:p>
          <a:endParaRPr lang="ru-RU">
            <a:latin typeface="+mj-lt"/>
          </a:endParaRPr>
        </a:p>
      </dgm:t>
    </dgm:pt>
    <dgm:pt modelId="{F339CFCD-4E54-41FD-98FE-D8B968C24652}">
      <dgm:prSet phldrT="[Текст]" custT="1"/>
      <dgm:spPr/>
      <dgm:t>
        <a:bodyPr/>
        <a:lstStyle/>
        <a:p>
          <a:r>
            <a:rPr lang="ru-RU" sz="6000" dirty="0" smtClean="0">
              <a:solidFill>
                <a:schemeClr val="tx1"/>
              </a:solidFill>
              <a:latin typeface="+mj-lt"/>
            </a:rPr>
            <a:t>Цель</a:t>
          </a:r>
          <a:endParaRPr lang="ru-RU" sz="6000" dirty="0">
            <a:solidFill>
              <a:schemeClr val="tx1"/>
            </a:solidFill>
            <a:latin typeface="+mj-lt"/>
          </a:endParaRPr>
        </a:p>
      </dgm:t>
    </dgm:pt>
    <dgm:pt modelId="{D1D1E065-392D-4DC1-A523-95D873E2131F}" type="sibTrans" cxnId="{208A60EE-F13F-4D77-97F0-00CC8DA1CB56}">
      <dgm:prSet/>
      <dgm:spPr/>
      <dgm:t>
        <a:bodyPr/>
        <a:lstStyle/>
        <a:p>
          <a:endParaRPr lang="ru-RU">
            <a:latin typeface="+mj-lt"/>
          </a:endParaRPr>
        </a:p>
      </dgm:t>
    </dgm:pt>
    <dgm:pt modelId="{C7E9175D-3FBD-4194-A458-2B455BC7437E}" type="parTrans" cxnId="{208A60EE-F13F-4D77-97F0-00CC8DA1CB56}">
      <dgm:prSet/>
      <dgm:spPr/>
      <dgm:t>
        <a:bodyPr/>
        <a:lstStyle/>
        <a:p>
          <a:endParaRPr lang="ru-RU">
            <a:latin typeface="+mj-lt"/>
          </a:endParaRPr>
        </a:p>
      </dgm:t>
    </dgm:pt>
    <dgm:pt modelId="{47341395-3C3B-4702-AE44-7D34BC187AAD}" type="pres">
      <dgm:prSet presAssocID="{BC9237CB-90AA-4F09-9544-7F1F6F32D255}" presName="Name0" presStyleCnt="0">
        <dgm:presLayoutVars>
          <dgm:chPref val="3"/>
          <dgm:dir/>
          <dgm:animLvl val="lvl"/>
          <dgm:resizeHandles/>
        </dgm:presLayoutVars>
      </dgm:prSet>
      <dgm:spPr/>
      <dgm:t>
        <a:bodyPr/>
        <a:lstStyle/>
        <a:p>
          <a:endParaRPr lang="ru-RU"/>
        </a:p>
      </dgm:t>
    </dgm:pt>
    <dgm:pt modelId="{1078FB7B-F188-459C-924D-CC4284C9A3D4}" type="pres">
      <dgm:prSet presAssocID="{F339CFCD-4E54-41FD-98FE-D8B968C24652}" presName="horFlow" presStyleCnt="0"/>
      <dgm:spPr/>
    </dgm:pt>
    <dgm:pt modelId="{C4609D89-8416-4925-B130-52072B0C3251}" type="pres">
      <dgm:prSet presAssocID="{F339CFCD-4E54-41FD-98FE-D8B968C24652}" presName="bigChev" presStyleLbl="node1" presStyleIdx="0" presStyleCnt="1"/>
      <dgm:spPr/>
      <dgm:t>
        <a:bodyPr/>
        <a:lstStyle/>
        <a:p>
          <a:endParaRPr lang="ru-RU"/>
        </a:p>
      </dgm:t>
    </dgm:pt>
    <dgm:pt modelId="{6941D99F-7295-4B3B-8813-F54DDC3B2C34}" type="pres">
      <dgm:prSet presAssocID="{D88DB565-9BBF-4558-91D7-3A4DEA702551}" presName="parTrans" presStyleCnt="0"/>
      <dgm:spPr/>
    </dgm:pt>
    <dgm:pt modelId="{F0C6BF9C-8781-40D3-8237-CA01A70F039A}" type="pres">
      <dgm:prSet presAssocID="{8B29BD39-4057-4025-BA93-583B10C33BAE}" presName="node" presStyleLbl="alignAccFollowNode1" presStyleIdx="0" presStyleCnt="1" custScaleX="264686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77DFABB6-91F9-44D8-8347-3B6FC2594D68}" type="presOf" srcId="{8B29BD39-4057-4025-BA93-583B10C33BAE}" destId="{F0C6BF9C-8781-40D3-8237-CA01A70F039A}" srcOrd="0" destOrd="0" presId="urn:microsoft.com/office/officeart/2005/8/layout/lProcess3"/>
    <dgm:cxn modelId="{4BC761DE-D815-4526-B94E-649497E0CE9F}" type="presOf" srcId="{BC9237CB-90AA-4F09-9544-7F1F6F32D255}" destId="{47341395-3C3B-4702-AE44-7D34BC187AAD}" srcOrd="0" destOrd="0" presId="urn:microsoft.com/office/officeart/2005/8/layout/lProcess3"/>
    <dgm:cxn modelId="{0D53C241-4A3C-4B1C-B0A6-4B9C266DAD99}" srcId="{F339CFCD-4E54-41FD-98FE-D8B968C24652}" destId="{8B29BD39-4057-4025-BA93-583B10C33BAE}" srcOrd="0" destOrd="0" parTransId="{D88DB565-9BBF-4558-91D7-3A4DEA702551}" sibTransId="{231C76FB-1F2F-4814-A270-7C4460ED1C26}"/>
    <dgm:cxn modelId="{659FE85D-D7A1-4E3E-861B-E72CA6026399}" type="presOf" srcId="{F339CFCD-4E54-41FD-98FE-D8B968C24652}" destId="{C4609D89-8416-4925-B130-52072B0C3251}" srcOrd="0" destOrd="0" presId="urn:microsoft.com/office/officeart/2005/8/layout/lProcess3"/>
    <dgm:cxn modelId="{208A60EE-F13F-4D77-97F0-00CC8DA1CB56}" srcId="{BC9237CB-90AA-4F09-9544-7F1F6F32D255}" destId="{F339CFCD-4E54-41FD-98FE-D8B968C24652}" srcOrd="0" destOrd="0" parTransId="{C7E9175D-3FBD-4194-A458-2B455BC7437E}" sibTransId="{D1D1E065-392D-4DC1-A523-95D873E2131F}"/>
    <dgm:cxn modelId="{AFF4CAB6-7D3F-414E-8D7B-EAE8933EAF20}" type="presParOf" srcId="{47341395-3C3B-4702-AE44-7D34BC187AAD}" destId="{1078FB7B-F188-459C-924D-CC4284C9A3D4}" srcOrd="0" destOrd="0" presId="urn:microsoft.com/office/officeart/2005/8/layout/lProcess3"/>
    <dgm:cxn modelId="{2CECB959-F0AD-4133-975A-B6C437FC2700}" type="presParOf" srcId="{1078FB7B-F188-459C-924D-CC4284C9A3D4}" destId="{C4609D89-8416-4925-B130-52072B0C3251}" srcOrd="0" destOrd="0" presId="urn:microsoft.com/office/officeart/2005/8/layout/lProcess3"/>
    <dgm:cxn modelId="{E23FD71B-D2BB-4ACB-9D2D-7763464BBB28}" type="presParOf" srcId="{1078FB7B-F188-459C-924D-CC4284C9A3D4}" destId="{6941D99F-7295-4B3B-8813-F54DDC3B2C34}" srcOrd="1" destOrd="0" presId="urn:microsoft.com/office/officeart/2005/8/layout/lProcess3"/>
    <dgm:cxn modelId="{D8DAF89D-1957-4D0B-88DB-4C1467BDB478}" type="presParOf" srcId="{1078FB7B-F188-459C-924D-CC4284C9A3D4}" destId="{F0C6BF9C-8781-40D3-8237-CA01A70F039A}" srcOrd="2" destOrd="0" presId="urn:microsoft.com/office/officeart/2005/8/layout/lProcess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FBAAE81-7E69-4AE2-B4B2-47511EA554A0}" type="doc">
      <dgm:prSet loTypeId="urn:microsoft.com/office/officeart/2005/8/layout/hierarchy3" loCatId="hierarchy" qsTypeId="urn:microsoft.com/office/officeart/2005/8/quickstyle/3d1" qsCatId="3D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1541EFDC-C611-4AC2-A1FD-56152CDEF0F8}">
      <dgm:prSet phldrT="[Текст]"/>
      <dgm:spPr/>
      <dgm:t>
        <a:bodyPr/>
        <a:lstStyle/>
        <a:p>
          <a:r>
            <a:rPr lang="ru-RU" dirty="0" smtClean="0">
              <a:solidFill>
                <a:schemeClr val="bg1"/>
              </a:solidFill>
              <a:latin typeface="+mj-lt"/>
            </a:rPr>
            <a:t>Задачи</a:t>
          </a:r>
          <a:endParaRPr lang="ru-RU" dirty="0">
            <a:solidFill>
              <a:schemeClr val="bg1"/>
            </a:solidFill>
            <a:latin typeface="+mj-lt"/>
          </a:endParaRPr>
        </a:p>
      </dgm:t>
    </dgm:pt>
    <dgm:pt modelId="{8B0DF067-769D-4CC8-8423-3739B10A62D9}" type="parTrans" cxnId="{66C77582-992E-4612-89D3-CAAF08E2D92F}">
      <dgm:prSet/>
      <dgm:spPr/>
      <dgm:t>
        <a:bodyPr/>
        <a:lstStyle/>
        <a:p>
          <a:endParaRPr lang="ru-RU">
            <a:latin typeface="+mj-lt"/>
          </a:endParaRPr>
        </a:p>
      </dgm:t>
    </dgm:pt>
    <dgm:pt modelId="{ABB71E48-6B30-4A1D-8EF9-A2791E953CCA}" type="sibTrans" cxnId="{66C77582-992E-4612-89D3-CAAF08E2D92F}">
      <dgm:prSet/>
      <dgm:spPr/>
      <dgm:t>
        <a:bodyPr/>
        <a:lstStyle/>
        <a:p>
          <a:endParaRPr lang="ru-RU">
            <a:latin typeface="+mj-lt"/>
          </a:endParaRPr>
        </a:p>
      </dgm:t>
    </dgm:pt>
    <dgm:pt modelId="{0608BFA7-546A-4CF3-8009-3600A672D044}">
      <dgm:prSet phldrT="[Текст]"/>
      <dgm:spPr/>
      <dgm:t>
        <a:bodyPr/>
        <a:lstStyle/>
        <a:p>
          <a:r>
            <a:rPr lang="ru-RU" dirty="0" smtClean="0">
              <a:solidFill>
                <a:schemeClr val="bg1"/>
              </a:solidFill>
              <a:latin typeface="+mj-lt"/>
            </a:rPr>
            <a:t>Технологии</a:t>
          </a:r>
          <a:endParaRPr lang="ru-RU" dirty="0">
            <a:solidFill>
              <a:schemeClr val="bg1"/>
            </a:solidFill>
            <a:latin typeface="+mj-lt"/>
          </a:endParaRPr>
        </a:p>
      </dgm:t>
    </dgm:pt>
    <dgm:pt modelId="{9D4E72F0-76A6-48A7-9FCA-4491CBECE334}" type="parTrans" cxnId="{68E6418B-2216-425F-8546-B8B27D86FD89}">
      <dgm:prSet/>
      <dgm:spPr/>
      <dgm:t>
        <a:bodyPr/>
        <a:lstStyle/>
        <a:p>
          <a:endParaRPr lang="ru-RU">
            <a:latin typeface="+mj-lt"/>
          </a:endParaRPr>
        </a:p>
      </dgm:t>
    </dgm:pt>
    <dgm:pt modelId="{396C8332-91F9-420D-B511-C3A9CA02F970}" type="sibTrans" cxnId="{68E6418B-2216-425F-8546-B8B27D86FD89}">
      <dgm:prSet/>
      <dgm:spPr/>
      <dgm:t>
        <a:bodyPr/>
        <a:lstStyle/>
        <a:p>
          <a:endParaRPr lang="ru-RU">
            <a:latin typeface="+mj-lt"/>
          </a:endParaRPr>
        </a:p>
      </dgm:t>
    </dgm:pt>
    <dgm:pt modelId="{7722B5AD-B946-4ED0-BA15-3D792EC09303}">
      <dgm:prSet phldrT="[Текст]" custT="1"/>
      <dgm:spPr/>
      <dgm:t>
        <a:bodyPr/>
        <a:lstStyle/>
        <a:p>
          <a:pPr algn="l"/>
          <a:r>
            <a:rPr lang="ru-RU" sz="2000" dirty="0" smtClean="0">
              <a:latin typeface="+mj-lt"/>
            </a:rPr>
            <a:t>Язык программирования </a:t>
          </a:r>
          <a:r>
            <a:rPr lang="en-US" sz="2000" dirty="0" smtClean="0">
              <a:latin typeface="+mj-lt"/>
            </a:rPr>
            <a:t>Python</a:t>
          </a:r>
          <a:endParaRPr lang="ru-RU" sz="2000" dirty="0">
            <a:latin typeface="+mj-lt"/>
          </a:endParaRPr>
        </a:p>
      </dgm:t>
    </dgm:pt>
    <dgm:pt modelId="{CFDACBEE-4D40-45CC-8127-242B04675DB1}" type="parTrans" cxnId="{D6D79C96-27B3-4940-B514-009D01ED28B9}">
      <dgm:prSet/>
      <dgm:spPr/>
      <dgm:t>
        <a:bodyPr/>
        <a:lstStyle/>
        <a:p>
          <a:endParaRPr lang="ru-RU">
            <a:latin typeface="+mj-lt"/>
          </a:endParaRPr>
        </a:p>
      </dgm:t>
    </dgm:pt>
    <dgm:pt modelId="{ACC3B016-9AAE-4C02-991B-253EFCE7337D}" type="sibTrans" cxnId="{D6D79C96-27B3-4940-B514-009D01ED28B9}">
      <dgm:prSet/>
      <dgm:spPr/>
      <dgm:t>
        <a:bodyPr/>
        <a:lstStyle/>
        <a:p>
          <a:endParaRPr lang="ru-RU">
            <a:latin typeface="+mj-lt"/>
          </a:endParaRPr>
        </a:p>
      </dgm:t>
    </dgm:pt>
    <dgm:pt modelId="{6AC5DFD2-6BDA-4267-AEF6-E395C1133D56}">
      <dgm:prSet phldrT="[Текст]" custT="1"/>
      <dgm:spPr/>
      <dgm:t>
        <a:bodyPr/>
        <a:lstStyle/>
        <a:p>
          <a:pPr algn="l"/>
          <a:r>
            <a:rPr lang="ru-RU" sz="2000" dirty="0" smtClean="0">
              <a:latin typeface="+mj-lt"/>
            </a:rPr>
            <a:t>Библиотека </a:t>
          </a:r>
          <a:r>
            <a:rPr lang="en-US" sz="2000" dirty="0" smtClean="0">
              <a:latin typeface="+mj-lt"/>
            </a:rPr>
            <a:t>PyQt6 </a:t>
          </a:r>
          <a:r>
            <a:rPr lang="ru-RU" sz="2000" dirty="0" smtClean="0">
              <a:latin typeface="+mj-lt"/>
            </a:rPr>
            <a:t>и </a:t>
          </a:r>
          <a:r>
            <a:rPr lang="en-US" sz="2000" dirty="0" err="1" smtClean="0">
              <a:latin typeface="+mj-lt"/>
            </a:rPr>
            <a:t>QtWebEngine</a:t>
          </a:r>
          <a:endParaRPr lang="ru-RU" sz="2000" dirty="0">
            <a:latin typeface="+mj-lt"/>
          </a:endParaRPr>
        </a:p>
      </dgm:t>
    </dgm:pt>
    <dgm:pt modelId="{78A58EB8-C136-410B-A326-9B882EA889DF}" type="parTrans" cxnId="{84DBFA4C-ACA7-43BE-BDB8-C98217AF1B39}">
      <dgm:prSet/>
      <dgm:spPr/>
      <dgm:t>
        <a:bodyPr/>
        <a:lstStyle/>
        <a:p>
          <a:endParaRPr lang="ru-RU">
            <a:latin typeface="+mj-lt"/>
          </a:endParaRPr>
        </a:p>
      </dgm:t>
    </dgm:pt>
    <dgm:pt modelId="{8952444B-B8C6-4178-BFE3-D18D47F4977D}" type="sibTrans" cxnId="{84DBFA4C-ACA7-43BE-BDB8-C98217AF1B39}">
      <dgm:prSet/>
      <dgm:spPr/>
      <dgm:t>
        <a:bodyPr/>
        <a:lstStyle/>
        <a:p>
          <a:endParaRPr lang="ru-RU">
            <a:latin typeface="+mj-lt"/>
          </a:endParaRPr>
        </a:p>
      </dgm:t>
    </dgm:pt>
    <dgm:pt modelId="{FD596EAD-5791-4489-9534-0C8D06D45B86}">
      <dgm:prSet phldrT="[Текст]" custT="1"/>
      <dgm:spPr/>
      <dgm:t>
        <a:bodyPr/>
        <a:lstStyle/>
        <a:p>
          <a:pPr algn="l"/>
          <a:r>
            <a:rPr lang="ru-RU" sz="2000" dirty="0" smtClean="0">
              <a:solidFill>
                <a:schemeClr val="tx1"/>
              </a:solidFill>
              <a:latin typeface="+mj-lt"/>
            </a:rPr>
            <a:t>Подготовить</a:t>
          </a:r>
          <a:r>
            <a:rPr lang="en-US" sz="2000" dirty="0" smtClean="0">
              <a:solidFill>
                <a:schemeClr val="tx1"/>
              </a:solidFill>
              <a:latin typeface="+mj-lt"/>
            </a:rPr>
            <a:t> UI-</a:t>
          </a:r>
          <a:r>
            <a:rPr lang="ru-RU" sz="2000" dirty="0" smtClean="0">
              <a:solidFill>
                <a:schemeClr val="tx1"/>
              </a:solidFill>
              <a:latin typeface="+mj-lt"/>
            </a:rPr>
            <a:t>шаблоны окон</a:t>
          </a:r>
          <a:endParaRPr lang="ru-RU" sz="2000" dirty="0">
            <a:solidFill>
              <a:schemeClr val="tx1"/>
            </a:solidFill>
            <a:latin typeface="+mj-lt"/>
          </a:endParaRPr>
        </a:p>
      </dgm:t>
    </dgm:pt>
    <dgm:pt modelId="{F80C2213-5E35-4A5E-A639-1985843B4620}" type="parTrans" cxnId="{4EC66674-117A-4B81-B8DE-C9159D842F02}">
      <dgm:prSet/>
      <dgm:spPr/>
      <dgm:t>
        <a:bodyPr/>
        <a:lstStyle/>
        <a:p>
          <a:endParaRPr lang="ru-RU">
            <a:latin typeface="+mj-lt"/>
          </a:endParaRPr>
        </a:p>
      </dgm:t>
    </dgm:pt>
    <dgm:pt modelId="{385135A1-769B-4F5A-811C-FF8765AFAA2C}" type="sibTrans" cxnId="{4EC66674-117A-4B81-B8DE-C9159D842F02}">
      <dgm:prSet/>
      <dgm:spPr/>
      <dgm:t>
        <a:bodyPr/>
        <a:lstStyle/>
        <a:p>
          <a:endParaRPr lang="ru-RU">
            <a:latin typeface="+mj-lt"/>
          </a:endParaRPr>
        </a:p>
      </dgm:t>
    </dgm:pt>
    <dgm:pt modelId="{F4CBF2E8-080E-4CA8-9F44-0CF3CE429045}">
      <dgm:prSet phldrT="[Текст]" custT="1"/>
      <dgm:spPr/>
      <dgm:t>
        <a:bodyPr/>
        <a:lstStyle/>
        <a:p>
          <a:pPr algn="l"/>
          <a:r>
            <a:rPr lang="ru-RU" sz="2000" dirty="0" smtClean="0">
              <a:latin typeface="+mj-lt"/>
            </a:rPr>
            <a:t>Создать классы для реализации окон</a:t>
          </a:r>
          <a:r>
            <a:rPr lang="en-US" sz="2000" dirty="0" smtClean="0">
              <a:latin typeface="+mj-lt"/>
            </a:rPr>
            <a:t>,</a:t>
          </a:r>
          <a:r>
            <a:rPr lang="ru-RU" sz="2000" dirty="0" smtClean="0">
              <a:latin typeface="+mj-lt"/>
            </a:rPr>
            <a:t> карты</a:t>
          </a:r>
          <a:r>
            <a:rPr lang="en-US" sz="2000" dirty="0" smtClean="0">
              <a:latin typeface="+mj-lt"/>
            </a:rPr>
            <a:t> </a:t>
          </a:r>
          <a:r>
            <a:rPr lang="ru-RU" sz="2000" dirty="0" smtClean="0">
              <a:latin typeface="+mj-lt"/>
            </a:rPr>
            <a:t>и </a:t>
          </a:r>
          <a:r>
            <a:rPr lang="en-US" sz="2000" dirty="0" err="1" smtClean="0">
              <a:latin typeface="+mj-lt"/>
            </a:rPr>
            <a:t>bluetooth</a:t>
          </a:r>
          <a:endParaRPr lang="ru-RU" sz="2000" dirty="0">
            <a:latin typeface="+mj-lt"/>
          </a:endParaRPr>
        </a:p>
      </dgm:t>
    </dgm:pt>
    <dgm:pt modelId="{865C9671-5A51-4972-A9C9-B2C8B4218D2B}" type="parTrans" cxnId="{68BAB412-F815-4240-AB55-32754E9E7422}">
      <dgm:prSet/>
      <dgm:spPr/>
      <dgm:t>
        <a:bodyPr/>
        <a:lstStyle/>
        <a:p>
          <a:endParaRPr lang="ru-RU">
            <a:latin typeface="+mj-lt"/>
          </a:endParaRPr>
        </a:p>
      </dgm:t>
    </dgm:pt>
    <dgm:pt modelId="{B366A1A2-FE71-4183-ABFD-A9F9D1EF0E86}" type="sibTrans" cxnId="{68BAB412-F815-4240-AB55-32754E9E7422}">
      <dgm:prSet/>
      <dgm:spPr/>
      <dgm:t>
        <a:bodyPr/>
        <a:lstStyle/>
        <a:p>
          <a:endParaRPr lang="ru-RU">
            <a:latin typeface="+mj-lt"/>
          </a:endParaRPr>
        </a:p>
      </dgm:t>
    </dgm:pt>
    <dgm:pt modelId="{1A649D24-6AD6-41F4-ABC3-A53F27A41A8C}">
      <dgm:prSet phldrT="[Текст]" custT="1"/>
      <dgm:spPr/>
      <dgm:t>
        <a:bodyPr/>
        <a:lstStyle/>
        <a:p>
          <a:pPr algn="l"/>
          <a:r>
            <a:rPr lang="ru-RU" sz="2000" dirty="0" smtClean="0">
              <a:latin typeface="+mj-lt"/>
            </a:rPr>
            <a:t>Протестировать</a:t>
          </a:r>
          <a:r>
            <a:rPr lang="ru-RU" sz="2000" baseline="0" dirty="0" smtClean="0">
              <a:latin typeface="+mj-lt"/>
            </a:rPr>
            <a:t> работу приложения</a:t>
          </a:r>
          <a:endParaRPr lang="ru-RU" sz="2000" dirty="0">
            <a:latin typeface="+mj-lt"/>
          </a:endParaRPr>
        </a:p>
      </dgm:t>
    </dgm:pt>
    <dgm:pt modelId="{0092653F-4BED-441E-9656-A3CFC2B96A1C}" type="parTrans" cxnId="{527B1C4F-D206-4D30-AAC4-A1E59CC5D3A6}">
      <dgm:prSet/>
      <dgm:spPr/>
      <dgm:t>
        <a:bodyPr/>
        <a:lstStyle/>
        <a:p>
          <a:endParaRPr lang="ru-RU">
            <a:latin typeface="+mj-lt"/>
          </a:endParaRPr>
        </a:p>
      </dgm:t>
    </dgm:pt>
    <dgm:pt modelId="{FD5B262F-ED7C-4C70-97A4-FABDA67D2ABA}" type="sibTrans" cxnId="{527B1C4F-D206-4D30-AAC4-A1E59CC5D3A6}">
      <dgm:prSet/>
      <dgm:spPr/>
      <dgm:t>
        <a:bodyPr/>
        <a:lstStyle/>
        <a:p>
          <a:endParaRPr lang="ru-RU">
            <a:latin typeface="+mj-lt"/>
          </a:endParaRPr>
        </a:p>
      </dgm:t>
    </dgm:pt>
    <dgm:pt modelId="{B0EF90B9-B7AC-41F4-A8E4-2C416D7BC666}">
      <dgm:prSet phldrT="[Текст]" custT="1"/>
      <dgm:spPr/>
      <dgm:t>
        <a:bodyPr/>
        <a:lstStyle/>
        <a:p>
          <a:pPr algn="l"/>
          <a:r>
            <a:rPr lang="ru-RU" sz="2000" dirty="0" smtClean="0">
              <a:latin typeface="+mj-lt"/>
            </a:rPr>
            <a:t>Определить необходимый функционал приложения</a:t>
          </a:r>
          <a:endParaRPr lang="ru-RU" sz="2000" dirty="0">
            <a:latin typeface="+mj-lt"/>
          </a:endParaRPr>
        </a:p>
      </dgm:t>
    </dgm:pt>
    <dgm:pt modelId="{1DE56A76-4993-4887-8460-65FA8A5AA490}" type="parTrans" cxnId="{64DF5438-1D1C-4814-95AD-CA150E3365B7}">
      <dgm:prSet/>
      <dgm:spPr/>
      <dgm:t>
        <a:bodyPr/>
        <a:lstStyle/>
        <a:p>
          <a:endParaRPr lang="ru-RU">
            <a:latin typeface="+mj-lt"/>
          </a:endParaRPr>
        </a:p>
      </dgm:t>
    </dgm:pt>
    <dgm:pt modelId="{63BC5514-881D-4F68-B769-8E8A73172FBF}" type="sibTrans" cxnId="{64DF5438-1D1C-4814-95AD-CA150E3365B7}">
      <dgm:prSet/>
      <dgm:spPr/>
      <dgm:t>
        <a:bodyPr/>
        <a:lstStyle/>
        <a:p>
          <a:endParaRPr lang="ru-RU">
            <a:latin typeface="+mj-lt"/>
          </a:endParaRPr>
        </a:p>
      </dgm:t>
    </dgm:pt>
    <dgm:pt modelId="{46A17209-CAC3-49E0-84E7-5B5553101876}">
      <dgm:prSet phldrT="[Текст]" custT="1"/>
      <dgm:spPr/>
      <dgm:t>
        <a:bodyPr/>
        <a:lstStyle/>
        <a:p>
          <a:pPr algn="l"/>
          <a:r>
            <a:rPr lang="ru-RU" sz="2000" dirty="0" smtClean="0">
              <a:latin typeface="+mj-lt"/>
            </a:rPr>
            <a:t>Язык </a:t>
          </a:r>
          <a:r>
            <a:rPr lang="en-US" sz="2000" dirty="0" smtClean="0">
              <a:latin typeface="+mj-lt"/>
            </a:rPr>
            <a:t>HTML, </a:t>
          </a:r>
          <a:r>
            <a:rPr lang="en-US" sz="2000" dirty="0" smtClean="0">
              <a:latin typeface="+mj-lt"/>
            </a:rPr>
            <a:t>JavaScript </a:t>
          </a:r>
          <a:r>
            <a:rPr lang="ru-RU" sz="2000" dirty="0" smtClean="0">
              <a:latin typeface="+mj-lt"/>
            </a:rPr>
            <a:t>и </a:t>
          </a:r>
          <a:r>
            <a:rPr lang="en-US" sz="2000" dirty="0" smtClean="0">
              <a:latin typeface="+mj-lt"/>
            </a:rPr>
            <a:t>API </a:t>
          </a:r>
          <a:r>
            <a:rPr lang="ru-RU" sz="2000" dirty="0" smtClean="0">
              <a:latin typeface="+mj-lt"/>
            </a:rPr>
            <a:t>Яндекс </a:t>
          </a:r>
          <a:r>
            <a:rPr lang="ru-RU" sz="2000" dirty="0" smtClean="0">
              <a:latin typeface="+mj-lt"/>
            </a:rPr>
            <a:t>Карт</a:t>
          </a:r>
          <a:r>
            <a:rPr lang="en-US" sz="2000" dirty="0" smtClean="0">
              <a:latin typeface="+mj-lt"/>
            </a:rPr>
            <a:t>,</a:t>
          </a:r>
          <a:r>
            <a:rPr lang="ru-RU" sz="2000" dirty="0" smtClean="0">
              <a:latin typeface="+mj-lt"/>
            </a:rPr>
            <a:t> библиотека </a:t>
          </a:r>
          <a:r>
            <a:rPr lang="en-US" sz="2000" dirty="0" err="1" smtClean="0">
              <a:latin typeface="+mj-lt"/>
            </a:rPr>
            <a:t>Json</a:t>
          </a:r>
          <a:r>
            <a:rPr lang="en-US" sz="2000" dirty="0" smtClean="0">
              <a:latin typeface="+mj-lt"/>
            </a:rPr>
            <a:t> </a:t>
          </a:r>
          <a:endParaRPr lang="ru-RU" sz="2000" dirty="0">
            <a:latin typeface="+mj-lt"/>
          </a:endParaRPr>
        </a:p>
      </dgm:t>
    </dgm:pt>
    <dgm:pt modelId="{1F265768-5D48-46A7-857A-4AECA5182E22}" type="parTrans" cxnId="{F31815BE-BD06-4356-B6C6-475592D9F77B}">
      <dgm:prSet/>
      <dgm:spPr/>
      <dgm:t>
        <a:bodyPr/>
        <a:lstStyle/>
        <a:p>
          <a:endParaRPr lang="ru-RU">
            <a:latin typeface="+mj-lt"/>
          </a:endParaRPr>
        </a:p>
      </dgm:t>
    </dgm:pt>
    <dgm:pt modelId="{045B69BB-E537-4AA1-80FB-96C4F06BF516}" type="sibTrans" cxnId="{F31815BE-BD06-4356-B6C6-475592D9F77B}">
      <dgm:prSet/>
      <dgm:spPr/>
      <dgm:t>
        <a:bodyPr/>
        <a:lstStyle/>
        <a:p>
          <a:endParaRPr lang="ru-RU">
            <a:latin typeface="+mj-lt"/>
          </a:endParaRPr>
        </a:p>
      </dgm:t>
    </dgm:pt>
    <dgm:pt modelId="{C0706AC6-204D-49B1-8B23-140258D9F2CA}">
      <dgm:prSet phldrT="[Текст]" custT="1"/>
      <dgm:spPr/>
      <dgm:t>
        <a:bodyPr/>
        <a:lstStyle/>
        <a:p>
          <a:pPr algn="l"/>
          <a:r>
            <a:rPr lang="ru-RU" sz="2000" dirty="0" smtClean="0">
              <a:latin typeface="+mj-lt"/>
            </a:rPr>
            <a:t>Библиотека</a:t>
          </a:r>
          <a:r>
            <a:rPr lang="en-US" sz="2000" dirty="0" smtClean="0">
              <a:latin typeface="+mj-lt"/>
            </a:rPr>
            <a:t> </a:t>
          </a:r>
          <a:r>
            <a:rPr lang="en-US" sz="2000" dirty="0" err="1" smtClean="0">
              <a:latin typeface="+mj-lt"/>
            </a:rPr>
            <a:t>QtBluetooth</a:t>
          </a:r>
          <a:endParaRPr lang="ru-RU" sz="2000" dirty="0">
            <a:latin typeface="+mj-lt"/>
          </a:endParaRPr>
        </a:p>
      </dgm:t>
    </dgm:pt>
    <dgm:pt modelId="{3EF98487-6336-46D6-96AF-140DBD2EA2E1}" type="parTrans" cxnId="{499DE03A-0E9D-439E-B705-5EA801869CD9}">
      <dgm:prSet/>
      <dgm:spPr/>
      <dgm:t>
        <a:bodyPr/>
        <a:lstStyle/>
        <a:p>
          <a:endParaRPr lang="ru-RU"/>
        </a:p>
      </dgm:t>
    </dgm:pt>
    <dgm:pt modelId="{84233D2A-472B-4F83-92EF-FA8CBC58B6E2}" type="sibTrans" cxnId="{499DE03A-0E9D-439E-B705-5EA801869CD9}">
      <dgm:prSet/>
      <dgm:spPr/>
      <dgm:t>
        <a:bodyPr/>
        <a:lstStyle/>
        <a:p>
          <a:endParaRPr lang="ru-RU"/>
        </a:p>
      </dgm:t>
    </dgm:pt>
    <dgm:pt modelId="{48FE0DCC-80ED-4DFE-BD44-53AE53EE6D79}">
      <dgm:prSet phldrT="[Текст]" custT="1"/>
      <dgm:spPr/>
      <dgm:t>
        <a:bodyPr/>
        <a:lstStyle/>
        <a:p>
          <a:pPr algn="l"/>
          <a:r>
            <a:rPr lang="ru-RU" sz="2000" dirty="0" smtClean="0">
              <a:latin typeface="+mj-lt"/>
            </a:rPr>
            <a:t>Среда программирования </a:t>
          </a:r>
          <a:r>
            <a:rPr lang="en-US" sz="2000" dirty="0" err="1" smtClean="0">
              <a:latin typeface="+mj-lt"/>
            </a:rPr>
            <a:t>PyCharm</a:t>
          </a:r>
          <a:endParaRPr lang="ru-RU" sz="2000" dirty="0">
            <a:latin typeface="+mj-lt"/>
          </a:endParaRPr>
        </a:p>
      </dgm:t>
    </dgm:pt>
    <dgm:pt modelId="{B2C84507-54B7-4A58-9E2E-CD5606929DA7}" type="parTrans" cxnId="{AFCAF5F7-1612-4F31-B83E-5F43B5B31F00}">
      <dgm:prSet/>
      <dgm:spPr/>
      <dgm:t>
        <a:bodyPr/>
        <a:lstStyle/>
        <a:p>
          <a:endParaRPr lang="ru-RU"/>
        </a:p>
      </dgm:t>
    </dgm:pt>
    <dgm:pt modelId="{E499CC5C-1DA1-454F-9074-0FF2B425BA3C}" type="sibTrans" cxnId="{AFCAF5F7-1612-4F31-B83E-5F43B5B31F00}">
      <dgm:prSet/>
      <dgm:spPr/>
      <dgm:t>
        <a:bodyPr/>
        <a:lstStyle/>
        <a:p>
          <a:endParaRPr lang="ru-RU"/>
        </a:p>
      </dgm:t>
    </dgm:pt>
    <dgm:pt modelId="{367E3734-BA88-4922-B5CB-821E4D37E4B1}">
      <dgm:prSet phldrT="[Текст]" custT="1"/>
      <dgm:spPr/>
      <dgm:t>
        <a:bodyPr/>
        <a:lstStyle/>
        <a:p>
          <a:pPr algn="l"/>
          <a:r>
            <a:rPr lang="en-US" sz="2000" dirty="0" err="1" smtClean="0">
              <a:latin typeface="+mj-lt"/>
            </a:rPr>
            <a:t>QtDesigner</a:t>
          </a:r>
          <a:r>
            <a:rPr lang="en-US" sz="2000" dirty="0" smtClean="0">
              <a:latin typeface="+mj-lt"/>
            </a:rPr>
            <a:t> </a:t>
          </a:r>
          <a:r>
            <a:rPr lang="ru-RU" sz="2000" dirty="0" smtClean="0">
              <a:latin typeface="+mj-lt"/>
            </a:rPr>
            <a:t>для создания интерфейса</a:t>
          </a:r>
          <a:endParaRPr lang="ru-RU" sz="2000" dirty="0">
            <a:latin typeface="+mj-lt"/>
          </a:endParaRPr>
        </a:p>
      </dgm:t>
    </dgm:pt>
    <dgm:pt modelId="{8BD46942-9234-41D7-96B0-70573E5111FF}" type="parTrans" cxnId="{B8DFFE9A-BB2B-48EB-9EC8-34616905AD77}">
      <dgm:prSet/>
      <dgm:spPr/>
      <dgm:t>
        <a:bodyPr/>
        <a:lstStyle/>
        <a:p>
          <a:endParaRPr lang="ru-RU"/>
        </a:p>
      </dgm:t>
    </dgm:pt>
    <dgm:pt modelId="{0AE4630A-7502-49D4-8870-65160E6FE180}" type="sibTrans" cxnId="{B8DFFE9A-BB2B-48EB-9EC8-34616905AD77}">
      <dgm:prSet/>
      <dgm:spPr/>
      <dgm:t>
        <a:bodyPr/>
        <a:lstStyle/>
        <a:p>
          <a:endParaRPr lang="ru-RU"/>
        </a:p>
      </dgm:t>
    </dgm:pt>
    <dgm:pt modelId="{EE0DFAAC-5A62-4ED8-B612-3AA5DC383093}">
      <dgm:prSet phldrT="[Текст]" custT="1"/>
      <dgm:spPr/>
      <dgm:t>
        <a:bodyPr/>
        <a:lstStyle/>
        <a:p>
          <a:pPr algn="l"/>
          <a:r>
            <a:rPr lang="ru-RU" sz="2000" dirty="0" smtClean="0">
              <a:latin typeface="+mj-lt"/>
            </a:rPr>
            <a:t>Подготовить</a:t>
          </a:r>
          <a:r>
            <a:rPr lang="ru-RU" sz="2000" baseline="0" dirty="0" smtClean="0">
              <a:latin typeface="+mj-lt"/>
            </a:rPr>
            <a:t> структуру приложения</a:t>
          </a:r>
          <a:endParaRPr lang="ru-RU" sz="2000" dirty="0">
            <a:latin typeface="+mj-lt"/>
          </a:endParaRPr>
        </a:p>
      </dgm:t>
    </dgm:pt>
    <dgm:pt modelId="{83C34117-5989-4AB6-9190-294A6E7CAFE6}" type="parTrans" cxnId="{819A2D45-8D97-4FD4-97A0-91D248AB135D}">
      <dgm:prSet/>
      <dgm:spPr/>
      <dgm:t>
        <a:bodyPr/>
        <a:lstStyle/>
        <a:p>
          <a:endParaRPr lang="ru-RU"/>
        </a:p>
      </dgm:t>
    </dgm:pt>
    <dgm:pt modelId="{7F513EC4-F831-48AD-B7D9-51BFDCA8999E}" type="sibTrans" cxnId="{819A2D45-8D97-4FD4-97A0-91D248AB135D}">
      <dgm:prSet/>
      <dgm:spPr/>
      <dgm:t>
        <a:bodyPr/>
        <a:lstStyle/>
        <a:p>
          <a:endParaRPr lang="ru-RU"/>
        </a:p>
      </dgm:t>
    </dgm:pt>
    <dgm:pt modelId="{87081720-6BEB-4C9F-9035-948AE9320343}">
      <dgm:prSet phldrT="[Текст]" custT="1"/>
      <dgm:spPr/>
      <dgm:t>
        <a:bodyPr/>
        <a:lstStyle/>
        <a:p>
          <a:pPr algn="l"/>
          <a:r>
            <a:rPr lang="ru-RU" sz="2000" dirty="0" smtClean="0">
              <a:latin typeface="+mj-lt"/>
            </a:rPr>
            <a:t>Технологии </a:t>
          </a:r>
          <a:r>
            <a:rPr lang="en-US" sz="2000" dirty="0" err="1" smtClean="0">
              <a:latin typeface="+mj-lt"/>
            </a:rPr>
            <a:t>Git</a:t>
          </a:r>
          <a:endParaRPr lang="ru-RU" sz="2000" dirty="0">
            <a:latin typeface="+mj-lt"/>
          </a:endParaRPr>
        </a:p>
      </dgm:t>
    </dgm:pt>
    <dgm:pt modelId="{274DF409-6C35-4EFC-AF6D-B97AD8274810}" type="sibTrans" cxnId="{278F951A-AE85-4675-A1C5-F373CD77B950}">
      <dgm:prSet/>
      <dgm:spPr/>
      <dgm:t>
        <a:bodyPr/>
        <a:lstStyle/>
        <a:p>
          <a:endParaRPr lang="ru-RU"/>
        </a:p>
      </dgm:t>
    </dgm:pt>
    <dgm:pt modelId="{4EF75ABC-274C-47A6-B9B6-596DB02A3614}" type="parTrans" cxnId="{278F951A-AE85-4675-A1C5-F373CD77B950}">
      <dgm:prSet/>
      <dgm:spPr/>
      <dgm:t>
        <a:bodyPr/>
        <a:lstStyle/>
        <a:p>
          <a:endParaRPr lang="ru-RU"/>
        </a:p>
      </dgm:t>
    </dgm:pt>
    <dgm:pt modelId="{CB5AAB2F-6AB9-4CAB-864C-2AD64C02DB99}">
      <dgm:prSet phldrT="[Текст]" custT="1"/>
      <dgm:spPr/>
      <dgm:t>
        <a:bodyPr/>
        <a:lstStyle/>
        <a:p>
          <a:pPr algn="l"/>
          <a:r>
            <a:rPr lang="ru-RU" sz="2000" dirty="0" smtClean="0">
              <a:latin typeface="+mj-lt"/>
            </a:rPr>
            <a:t>Разработать код</a:t>
          </a:r>
          <a:r>
            <a:rPr lang="en-US" sz="2000" dirty="0" smtClean="0">
              <a:latin typeface="+mj-lt"/>
            </a:rPr>
            <a:t> HTML</a:t>
          </a:r>
          <a:r>
            <a:rPr lang="ru-RU" sz="2000" dirty="0" smtClean="0">
              <a:latin typeface="+mj-lt"/>
            </a:rPr>
            <a:t> и </a:t>
          </a:r>
          <a:r>
            <a:rPr lang="en-US" sz="2000" dirty="0" smtClean="0">
              <a:latin typeface="+mj-lt"/>
            </a:rPr>
            <a:t>JavaScript </a:t>
          </a:r>
          <a:r>
            <a:rPr lang="ru-RU" sz="2000" dirty="0" smtClean="0">
              <a:latin typeface="+mj-lt"/>
            </a:rPr>
            <a:t>для реализации Яндекс Карты </a:t>
          </a:r>
          <a:endParaRPr lang="ru-RU" sz="2000" dirty="0">
            <a:latin typeface="+mj-lt"/>
          </a:endParaRPr>
        </a:p>
      </dgm:t>
    </dgm:pt>
    <dgm:pt modelId="{E07A0852-3737-428E-93D3-17495D3D376D}" type="parTrans" cxnId="{71947E8E-A8E2-40EA-AAD4-76E3029779F9}">
      <dgm:prSet/>
      <dgm:spPr/>
      <dgm:t>
        <a:bodyPr/>
        <a:lstStyle/>
        <a:p>
          <a:endParaRPr lang="ru-RU"/>
        </a:p>
      </dgm:t>
    </dgm:pt>
    <dgm:pt modelId="{BBDE9305-2AB9-4170-8E71-E386AC433F86}" type="sibTrans" cxnId="{71947E8E-A8E2-40EA-AAD4-76E3029779F9}">
      <dgm:prSet/>
      <dgm:spPr/>
      <dgm:t>
        <a:bodyPr/>
        <a:lstStyle/>
        <a:p>
          <a:endParaRPr lang="ru-RU"/>
        </a:p>
      </dgm:t>
    </dgm:pt>
    <dgm:pt modelId="{6D02269B-5E4A-4628-9EAD-36D338D56642}" type="pres">
      <dgm:prSet presAssocID="{1FBAAE81-7E69-4AE2-B4B2-47511EA554A0}" presName="diagram" presStyleCnt="0">
        <dgm:presLayoutVars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ru-RU"/>
        </a:p>
      </dgm:t>
    </dgm:pt>
    <dgm:pt modelId="{F46B08BF-CB8D-4EF0-8878-757AE4C78038}" type="pres">
      <dgm:prSet presAssocID="{1541EFDC-C611-4AC2-A1FD-56152CDEF0F8}" presName="root" presStyleCnt="0"/>
      <dgm:spPr/>
      <dgm:t>
        <a:bodyPr/>
        <a:lstStyle/>
        <a:p>
          <a:endParaRPr lang="ru-RU"/>
        </a:p>
      </dgm:t>
    </dgm:pt>
    <dgm:pt modelId="{B0F025CD-1027-4698-8D14-D5EEE42F339D}" type="pres">
      <dgm:prSet presAssocID="{1541EFDC-C611-4AC2-A1FD-56152CDEF0F8}" presName="rootComposite" presStyleCnt="0"/>
      <dgm:spPr/>
      <dgm:t>
        <a:bodyPr/>
        <a:lstStyle/>
        <a:p>
          <a:endParaRPr lang="ru-RU"/>
        </a:p>
      </dgm:t>
    </dgm:pt>
    <dgm:pt modelId="{44119F6D-007C-4223-AF07-678E9D68AA61}" type="pres">
      <dgm:prSet presAssocID="{1541EFDC-C611-4AC2-A1FD-56152CDEF0F8}" presName="rootText" presStyleLbl="node1" presStyleIdx="0" presStyleCnt="2" custScaleX="534523"/>
      <dgm:spPr/>
      <dgm:t>
        <a:bodyPr/>
        <a:lstStyle/>
        <a:p>
          <a:endParaRPr lang="ru-RU"/>
        </a:p>
      </dgm:t>
    </dgm:pt>
    <dgm:pt modelId="{812225CE-28B7-4D35-8E4E-D8FC9364D1F9}" type="pres">
      <dgm:prSet presAssocID="{1541EFDC-C611-4AC2-A1FD-56152CDEF0F8}" presName="rootConnector" presStyleLbl="node1" presStyleIdx="0" presStyleCnt="2"/>
      <dgm:spPr/>
      <dgm:t>
        <a:bodyPr/>
        <a:lstStyle/>
        <a:p>
          <a:endParaRPr lang="ru-RU"/>
        </a:p>
      </dgm:t>
    </dgm:pt>
    <dgm:pt modelId="{DE29907D-B02C-4DC8-AB35-A32FAB9C50C8}" type="pres">
      <dgm:prSet presAssocID="{1541EFDC-C611-4AC2-A1FD-56152CDEF0F8}" presName="childShape" presStyleCnt="0"/>
      <dgm:spPr/>
      <dgm:t>
        <a:bodyPr/>
        <a:lstStyle/>
        <a:p>
          <a:endParaRPr lang="ru-RU"/>
        </a:p>
      </dgm:t>
    </dgm:pt>
    <dgm:pt modelId="{E97F6A05-7D7E-42CF-A025-783C256FF1A4}" type="pres">
      <dgm:prSet presAssocID="{1DE56A76-4993-4887-8460-65FA8A5AA490}" presName="Name13" presStyleLbl="parChTrans1D2" presStyleIdx="0" presStyleCnt="13"/>
      <dgm:spPr/>
      <dgm:t>
        <a:bodyPr/>
        <a:lstStyle/>
        <a:p>
          <a:endParaRPr lang="ru-RU"/>
        </a:p>
      </dgm:t>
    </dgm:pt>
    <dgm:pt modelId="{997AEA4A-0E44-40E5-A385-7D114752559D}" type="pres">
      <dgm:prSet presAssocID="{B0EF90B9-B7AC-41F4-A8E4-2C416D7BC666}" presName="childText" presStyleLbl="bgAcc1" presStyleIdx="0" presStyleCnt="13" custScaleX="52192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A95987E4-1E09-47F4-818D-61FCF22EA304}" type="pres">
      <dgm:prSet presAssocID="{83C34117-5989-4AB6-9190-294A6E7CAFE6}" presName="Name13" presStyleLbl="parChTrans1D2" presStyleIdx="1" presStyleCnt="13"/>
      <dgm:spPr/>
      <dgm:t>
        <a:bodyPr/>
        <a:lstStyle/>
        <a:p>
          <a:endParaRPr lang="ru-RU"/>
        </a:p>
      </dgm:t>
    </dgm:pt>
    <dgm:pt modelId="{AF7B4ADA-0B7F-410D-8FB4-FFABE0DAD0D7}" type="pres">
      <dgm:prSet presAssocID="{EE0DFAAC-5A62-4ED8-B612-3AA5DC383093}" presName="childText" presStyleLbl="bgAcc1" presStyleIdx="1" presStyleCnt="13" custScaleX="52192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6BCDF554-0152-4C23-811D-A6805B9A61D1}" type="pres">
      <dgm:prSet presAssocID="{F80C2213-5E35-4A5E-A639-1985843B4620}" presName="Name13" presStyleLbl="parChTrans1D2" presStyleIdx="2" presStyleCnt="13"/>
      <dgm:spPr/>
      <dgm:t>
        <a:bodyPr/>
        <a:lstStyle/>
        <a:p>
          <a:endParaRPr lang="ru-RU"/>
        </a:p>
      </dgm:t>
    </dgm:pt>
    <dgm:pt modelId="{B20D87AF-4F2B-4280-BC55-B6F24CE01CDA}" type="pres">
      <dgm:prSet presAssocID="{FD596EAD-5791-4489-9534-0C8D06D45B86}" presName="childText" presStyleLbl="bgAcc1" presStyleIdx="2" presStyleCnt="13" custScaleX="52192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9D657C63-8E28-41F3-AFF5-73484B85CBD7}" type="pres">
      <dgm:prSet presAssocID="{865C9671-5A51-4972-A9C9-B2C8B4218D2B}" presName="Name13" presStyleLbl="parChTrans1D2" presStyleIdx="3" presStyleCnt="13"/>
      <dgm:spPr/>
      <dgm:t>
        <a:bodyPr/>
        <a:lstStyle/>
        <a:p>
          <a:endParaRPr lang="ru-RU"/>
        </a:p>
      </dgm:t>
    </dgm:pt>
    <dgm:pt modelId="{0901AA30-00C1-4691-8DB7-2F73B4AEEC93}" type="pres">
      <dgm:prSet presAssocID="{F4CBF2E8-080E-4CA8-9F44-0CF3CE429045}" presName="childText" presStyleLbl="bgAcc1" presStyleIdx="3" presStyleCnt="13" custScaleX="52192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33716FCF-5EA7-4D7A-81A0-9C8B7D341B61}" type="pres">
      <dgm:prSet presAssocID="{E07A0852-3737-428E-93D3-17495D3D376D}" presName="Name13" presStyleLbl="parChTrans1D2" presStyleIdx="4" presStyleCnt="13"/>
      <dgm:spPr/>
    </dgm:pt>
    <dgm:pt modelId="{83D00923-E1F5-4056-B0D4-77F0DD390DF8}" type="pres">
      <dgm:prSet presAssocID="{CB5AAB2F-6AB9-4CAB-864C-2AD64C02DB99}" presName="childText" presStyleLbl="bgAcc1" presStyleIdx="4" presStyleCnt="13" custScaleX="52192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74E993EC-8E18-4068-ACB4-AC69DB249FBA}" type="pres">
      <dgm:prSet presAssocID="{0092653F-4BED-441E-9656-A3CFC2B96A1C}" presName="Name13" presStyleLbl="parChTrans1D2" presStyleIdx="5" presStyleCnt="13"/>
      <dgm:spPr/>
      <dgm:t>
        <a:bodyPr/>
        <a:lstStyle/>
        <a:p>
          <a:endParaRPr lang="ru-RU"/>
        </a:p>
      </dgm:t>
    </dgm:pt>
    <dgm:pt modelId="{8109E108-7674-4463-A2EF-68C823D0F069}" type="pres">
      <dgm:prSet presAssocID="{1A649D24-6AD6-41F4-ABC3-A53F27A41A8C}" presName="childText" presStyleLbl="bgAcc1" presStyleIdx="5" presStyleCnt="13" custScaleX="52192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E1B3FE26-C7F1-40F1-8C91-5637E1BFFE04}" type="pres">
      <dgm:prSet presAssocID="{0608BFA7-546A-4CF3-8009-3600A672D044}" presName="root" presStyleCnt="0"/>
      <dgm:spPr/>
      <dgm:t>
        <a:bodyPr/>
        <a:lstStyle/>
        <a:p>
          <a:endParaRPr lang="ru-RU"/>
        </a:p>
      </dgm:t>
    </dgm:pt>
    <dgm:pt modelId="{9F62F3DF-6AD6-4194-A466-E7F4043FC817}" type="pres">
      <dgm:prSet presAssocID="{0608BFA7-546A-4CF3-8009-3600A672D044}" presName="rootComposite" presStyleCnt="0"/>
      <dgm:spPr/>
      <dgm:t>
        <a:bodyPr/>
        <a:lstStyle/>
        <a:p>
          <a:endParaRPr lang="ru-RU"/>
        </a:p>
      </dgm:t>
    </dgm:pt>
    <dgm:pt modelId="{4C89AFA7-F26A-4743-AD14-61CA329241AC}" type="pres">
      <dgm:prSet presAssocID="{0608BFA7-546A-4CF3-8009-3600A672D044}" presName="rootText" presStyleLbl="node1" presStyleIdx="1" presStyleCnt="2" custScaleX="534523"/>
      <dgm:spPr/>
      <dgm:t>
        <a:bodyPr/>
        <a:lstStyle/>
        <a:p>
          <a:endParaRPr lang="ru-RU"/>
        </a:p>
      </dgm:t>
    </dgm:pt>
    <dgm:pt modelId="{E20CD2B4-896C-49C9-999B-87A2063D2FD2}" type="pres">
      <dgm:prSet presAssocID="{0608BFA7-546A-4CF3-8009-3600A672D044}" presName="rootConnector" presStyleLbl="node1" presStyleIdx="1" presStyleCnt="2"/>
      <dgm:spPr/>
      <dgm:t>
        <a:bodyPr/>
        <a:lstStyle/>
        <a:p>
          <a:endParaRPr lang="ru-RU"/>
        </a:p>
      </dgm:t>
    </dgm:pt>
    <dgm:pt modelId="{63A27C28-1034-4635-BD44-8CCE9E5421E2}" type="pres">
      <dgm:prSet presAssocID="{0608BFA7-546A-4CF3-8009-3600A672D044}" presName="childShape" presStyleCnt="0"/>
      <dgm:spPr/>
      <dgm:t>
        <a:bodyPr/>
        <a:lstStyle/>
        <a:p>
          <a:endParaRPr lang="ru-RU"/>
        </a:p>
      </dgm:t>
    </dgm:pt>
    <dgm:pt modelId="{F4119F7C-9096-42B4-9EA4-97AAE22CF2C5}" type="pres">
      <dgm:prSet presAssocID="{CFDACBEE-4D40-45CC-8127-242B04675DB1}" presName="Name13" presStyleLbl="parChTrans1D2" presStyleIdx="6" presStyleCnt="13"/>
      <dgm:spPr/>
      <dgm:t>
        <a:bodyPr/>
        <a:lstStyle/>
        <a:p>
          <a:endParaRPr lang="ru-RU"/>
        </a:p>
      </dgm:t>
    </dgm:pt>
    <dgm:pt modelId="{F9DB4D29-4244-435C-85B4-B866B31F1410}" type="pres">
      <dgm:prSet presAssocID="{7722B5AD-B946-4ED0-BA15-3D792EC09303}" presName="childText" presStyleLbl="bgAcc1" presStyleIdx="6" presStyleCnt="13" custScaleX="52192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6F8EC973-2E21-432C-9D2E-DA333D8DDB44}" type="pres">
      <dgm:prSet presAssocID="{1F265768-5D48-46A7-857A-4AECA5182E22}" presName="Name13" presStyleLbl="parChTrans1D2" presStyleIdx="7" presStyleCnt="13"/>
      <dgm:spPr/>
      <dgm:t>
        <a:bodyPr/>
        <a:lstStyle/>
        <a:p>
          <a:endParaRPr lang="ru-RU"/>
        </a:p>
      </dgm:t>
    </dgm:pt>
    <dgm:pt modelId="{3D4DFE44-5669-4C29-8ADB-A6789EA566FF}" type="pres">
      <dgm:prSet presAssocID="{46A17209-CAC3-49E0-84E7-5B5553101876}" presName="childText" presStyleLbl="bgAcc1" presStyleIdx="7" presStyleCnt="13" custScaleX="52192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C6C927BA-03AC-4749-867B-1F230314957A}" type="pres">
      <dgm:prSet presAssocID="{78A58EB8-C136-410B-A326-9B882EA889DF}" presName="Name13" presStyleLbl="parChTrans1D2" presStyleIdx="8" presStyleCnt="13"/>
      <dgm:spPr/>
      <dgm:t>
        <a:bodyPr/>
        <a:lstStyle/>
        <a:p>
          <a:endParaRPr lang="ru-RU"/>
        </a:p>
      </dgm:t>
    </dgm:pt>
    <dgm:pt modelId="{F83FC73D-D7D3-4048-8885-9BC1C7E65738}" type="pres">
      <dgm:prSet presAssocID="{6AC5DFD2-6BDA-4267-AEF6-E395C1133D56}" presName="childText" presStyleLbl="bgAcc1" presStyleIdx="8" presStyleCnt="13" custScaleX="52192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1CAA8E40-1203-46F3-9FE8-C2DC06D068C8}" type="pres">
      <dgm:prSet presAssocID="{3EF98487-6336-46D6-96AF-140DBD2EA2E1}" presName="Name13" presStyleLbl="parChTrans1D2" presStyleIdx="9" presStyleCnt="13"/>
      <dgm:spPr/>
      <dgm:t>
        <a:bodyPr/>
        <a:lstStyle/>
        <a:p>
          <a:endParaRPr lang="ru-RU"/>
        </a:p>
      </dgm:t>
    </dgm:pt>
    <dgm:pt modelId="{97384D9F-C2E5-416C-A216-AFB19D60F022}" type="pres">
      <dgm:prSet presAssocID="{C0706AC6-204D-49B1-8B23-140258D9F2CA}" presName="childText" presStyleLbl="bgAcc1" presStyleIdx="9" presStyleCnt="13" custScaleX="52192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5CAFBE8B-CE8D-4340-B5D9-0E9DAC83A672}" type="pres">
      <dgm:prSet presAssocID="{B2C84507-54B7-4A58-9E2E-CD5606929DA7}" presName="Name13" presStyleLbl="parChTrans1D2" presStyleIdx="10" presStyleCnt="13"/>
      <dgm:spPr/>
      <dgm:t>
        <a:bodyPr/>
        <a:lstStyle/>
        <a:p>
          <a:endParaRPr lang="ru-RU"/>
        </a:p>
      </dgm:t>
    </dgm:pt>
    <dgm:pt modelId="{489B5C8D-3D94-4F4C-A418-66314CA66898}" type="pres">
      <dgm:prSet presAssocID="{48FE0DCC-80ED-4DFE-BD44-53AE53EE6D79}" presName="childText" presStyleLbl="bgAcc1" presStyleIdx="10" presStyleCnt="13" custScaleX="52192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EC47FCF6-2AB3-46B9-AB74-F75F42BCEBCC}" type="pres">
      <dgm:prSet presAssocID="{8BD46942-9234-41D7-96B0-70573E5111FF}" presName="Name13" presStyleLbl="parChTrans1D2" presStyleIdx="11" presStyleCnt="13"/>
      <dgm:spPr/>
      <dgm:t>
        <a:bodyPr/>
        <a:lstStyle/>
        <a:p>
          <a:endParaRPr lang="ru-RU"/>
        </a:p>
      </dgm:t>
    </dgm:pt>
    <dgm:pt modelId="{4BE9D80D-BC24-4A67-B6C2-8151A2B77A8D}" type="pres">
      <dgm:prSet presAssocID="{367E3734-BA88-4922-B5CB-821E4D37E4B1}" presName="childText" presStyleLbl="bgAcc1" presStyleIdx="11" presStyleCnt="13" custScaleX="52192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47F1C868-E714-48E5-A477-0D72E57E04F4}" type="pres">
      <dgm:prSet presAssocID="{4EF75ABC-274C-47A6-B9B6-596DB02A3614}" presName="Name13" presStyleLbl="parChTrans1D2" presStyleIdx="12" presStyleCnt="13"/>
      <dgm:spPr/>
      <dgm:t>
        <a:bodyPr/>
        <a:lstStyle/>
        <a:p>
          <a:endParaRPr lang="ru-RU"/>
        </a:p>
      </dgm:t>
    </dgm:pt>
    <dgm:pt modelId="{3ADF5969-E152-4803-8A8B-E692DC6F4EFB}" type="pres">
      <dgm:prSet presAssocID="{87081720-6BEB-4C9F-9035-948AE9320343}" presName="childText" presStyleLbl="bgAcc1" presStyleIdx="12" presStyleCnt="13" custScaleX="52192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80C77338-C66E-4C4C-895B-A8A554FB8FB4}" type="presOf" srcId="{865C9671-5A51-4972-A9C9-B2C8B4218D2B}" destId="{9D657C63-8E28-41F3-AFF5-73484B85CBD7}" srcOrd="0" destOrd="0" presId="urn:microsoft.com/office/officeart/2005/8/layout/hierarchy3"/>
    <dgm:cxn modelId="{F7F125C1-C9E8-4D2B-9EDC-CAF4DC418F76}" type="presOf" srcId="{1541EFDC-C611-4AC2-A1FD-56152CDEF0F8}" destId="{812225CE-28B7-4D35-8E4E-D8FC9364D1F9}" srcOrd="1" destOrd="0" presId="urn:microsoft.com/office/officeart/2005/8/layout/hierarchy3"/>
    <dgm:cxn modelId="{42457FA5-9E0D-4576-A69E-436F53B032D6}" type="presOf" srcId="{B0EF90B9-B7AC-41F4-A8E4-2C416D7BC666}" destId="{997AEA4A-0E44-40E5-A385-7D114752559D}" srcOrd="0" destOrd="0" presId="urn:microsoft.com/office/officeart/2005/8/layout/hierarchy3"/>
    <dgm:cxn modelId="{387C3E33-8339-4EBB-AA8B-A87A1532EA3F}" type="presOf" srcId="{1DE56A76-4993-4887-8460-65FA8A5AA490}" destId="{E97F6A05-7D7E-42CF-A025-783C256FF1A4}" srcOrd="0" destOrd="0" presId="urn:microsoft.com/office/officeart/2005/8/layout/hierarchy3"/>
    <dgm:cxn modelId="{D6D79C96-27B3-4940-B514-009D01ED28B9}" srcId="{0608BFA7-546A-4CF3-8009-3600A672D044}" destId="{7722B5AD-B946-4ED0-BA15-3D792EC09303}" srcOrd="0" destOrd="0" parTransId="{CFDACBEE-4D40-45CC-8127-242B04675DB1}" sibTransId="{ACC3B016-9AAE-4C02-991B-253EFCE7337D}"/>
    <dgm:cxn modelId="{A8E3A996-4D8C-4884-A9E8-90A4A6460697}" type="presOf" srcId="{83C34117-5989-4AB6-9190-294A6E7CAFE6}" destId="{A95987E4-1E09-47F4-818D-61FCF22EA304}" srcOrd="0" destOrd="0" presId="urn:microsoft.com/office/officeart/2005/8/layout/hierarchy3"/>
    <dgm:cxn modelId="{563DCD4A-701F-45CD-ABF4-BF0DE122D105}" type="presOf" srcId="{1541EFDC-C611-4AC2-A1FD-56152CDEF0F8}" destId="{44119F6D-007C-4223-AF07-678E9D68AA61}" srcOrd="0" destOrd="0" presId="urn:microsoft.com/office/officeart/2005/8/layout/hierarchy3"/>
    <dgm:cxn modelId="{7EC327F5-DA58-4B28-AB44-CED1E18D09C1}" type="presOf" srcId="{1FBAAE81-7E69-4AE2-B4B2-47511EA554A0}" destId="{6D02269B-5E4A-4628-9EAD-36D338D56642}" srcOrd="0" destOrd="0" presId="urn:microsoft.com/office/officeart/2005/8/layout/hierarchy3"/>
    <dgm:cxn modelId="{71947E8E-A8E2-40EA-AAD4-76E3029779F9}" srcId="{1541EFDC-C611-4AC2-A1FD-56152CDEF0F8}" destId="{CB5AAB2F-6AB9-4CAB-864C-2AD64C02DB99}" srcOrd="4" destOrd="0" parTransId="{E07A0852-3737-428E-93D3-17495D3D376D}" sibTransId="{BBDE9305-2AB9-4170-8E71-E386AC433F86}"/>
    <dgm:cxn modelId="{B8DFFE9A-BB2B-48EB-9EC8-34616905AD77}" srcId="{0608BFA7-546A-4CF3-8009-3600A672D044}" destId="{367E3734-BA88-4922-B5CB-821E4D37E4B1}" srcOrd="5" destOrd="0" parTransId="{8BD46942-9234-41D7-96B0-70573E5111FF}" sibTransId="{0AE4630A-7502-49D4-8870-65160E6FE180}"/>
    <dgm:cxn modelId="{819A2D45-8D97-4FD4-97A0-91D248AB135D}" srcId="{1541EFDC-C611-4AC2-A1FD-56152CDEF0F8}" destId="{EE0DFAAC-5A62-4ED8-B612-3AA5DC383093}" srcOrd="1" destOrd="0" parTransId="{83C34117-5989-4AB6-9190-294A6E7CAFE6}" sibTransId="{7F513EC4-F831-48AD-B7D9-51BFDCA8999E}"/>
    <dgm:cxn modelId="{0687B288-DA8A-4CCC-ABF0-16104631F48F}" type="presOf" srcId="{FD596EAD-5791-4489-9534-0C8D06D45B86}" destId="{B20D87AF-4F2B-4280-BC55-B6F24CE01CDA}" srcOrd="0" destOrd="0" presId="urn:microsoft.com/office/officeart/2005/8/layout/hierarchy3"/>
    <dgm:cxn modelId="{527B1C4F-D206-4D30-AAC4-A1E59CC5D3A6}" srcId="{1541EFDC-C611-4AC2-A1FD-56152CDEF0F8}" destId="{1A649D24-6AD6-41F4-ABC3-A53F27A41A8C}" srcOrd="5" destOrd="0" parTransId="{0092653F-4BED-441E-9656-A3CFC2B96A1C}" sibTransId="{FD5B262F-ED7C-4C70-97A4-FABDA67D2ABA}"/>
    <dgm:cxn modelId="{75D56CEC-EFDC-4564-9850-4818C3D33A5F}" type="presOf" srcId="{6AC5DFD2-6BDA-4267-AEF6-E395C1133D56}" destId="{F83FC73D-D7D3-4048-8885-9BC1C7E65738}" srcOrd="0" destOrd="0" presId="urn:microsoft.com/office/officeart/2005/8/layout/hierarchy3"/>
    <dgm:cxn modelId="{278F951A-AE85-4675-A1C5-F373CD77B950}" srcId="{0608BFA7-546A-4CF3-8009-3600A672D044}" destId="{87081720-6BEB-4C9F-9035-948AE9320343}" srcOrd="6" destOrd="0" parTransId="{4EF75ABC-274C-47A6-B9B6-596DB02A3614}" sibTransId="{274DF409-6C35-4EFC-AF6D-B97AD8274810}"/>
    <dgm:cxn modelId="{382F3A43-1785-4DA8-BD24-F816FA387933}" type="presOf" srcId="{8BD46942-9234-41D7-96B0-70573E5111FF}" destId="{EC47FCF6-2AB3-46B9-AB74-F75F42BCEBCC}" srcOrd="0" destOrd="0" presId="urn:microsoft.com/office/officeart/2005/8/layout/hierarchy3"/>
    <dgm:cxn modelId="{06AD1AA8-4C5A-4D56-B885-FE841928CE62}" type="presOf" srcId="{78A58EB8-C136-410B-A326-9B882EA889DF}" destId="{C6C927BA-03AC-4749-867B-1F230314957A}" srcOrd="0" destOrd="0" presId="urn:microsoft.com/office/officeart/2005/8/layout/hierarchy3"/>
    <dgm:cxn modelId="{77796425-4B9A-44F3-A470-1F9A9710903A}" type="presOf" srcId="{EE0DFAAC-5A62-4ED8-B612-3AA5DC383093}" destId="{AF7B4ADA-0B7F-410D-8FB4-FFABE0DAD0D7}" srcOrd="0" destOrd="0" presId="urn:microsoft.com/office/officeart/2005/8/layout/hierarchy3"/>
    <dgm:cxn modelId="{68E6418B-2216-425F-8546-B8B27D86FD89}" srcId="{1FBAAE81-7E69-4AE2-B4B2-47511EA554A0}" destId="{0608BFA7-546A-4CF3-8009-3600A672D044}" srcOrd="1" destOrd="0" parTransId="{9D4E72F0-76A6-48A7-9FCA-4491CBECE334}" sibTransId="{396C8332-91F9-420D-B511-C3A9CA02F970}"/>
    <dgm:cxn modelId="{77083124-A697-4093-BA7E-55C25814D629}" type="presOf" srcId="{1A649D24-6AD6-41F4-ABC3-A53F27A41A8C}" destId="{8109E108-7674-4463-A2EF-68C823D0F069}" srcOrd="0" destOrd="0" presId="urn:microsoft.com/office/officeart/2005/8/layout/hierarchy3"/>
    <dgm:cxn modelId="{4EC66674-117A-4B81-B8DE-C9159D842F02}" srcId="{1541EFDC-C611-4AC2-A1FD-56152CDEF0F8}" destId="{FD596EAD-5791-4489-9534-0C8D06D45B86}" srcOrd="2" destOrd="0" parTransId="{F80C2213-5E35-4A5E-A639-1985843B4620}" sibTransId="{385135A1-769B-4F5A-811C-FF8765AFAA2C}"/>
    <dgm:cxn modelId="{8219E6A5-2925-4DD2-AF8D-A49E11918013}" type="presOf" srcId="{48FE0DCC-80ED-4DFE-BD44-53AE53EE6D79}" destId="{489B5C8D-3D94-4F4C-A418-66314CA66898}" srcOrd="0" destOrd="0" presId="urn:microsoft.com/office/officeart/2005/8/layout/hierarchy3"/>
    <dgm:cxn modelId="{1FE07060-22DD-414B-8FD5-11F37EBCC88B}" type="presOf" srcId="{7722B5AD-B946-4ED0-BA15-3D792EC09303}" destId="{F9DB4D29-4244-435C-85B4-B866B31F1410}" srcOrd="0" destOrd="0" presId="urn:microsoft.com/office/officeart/2005/8/layout/hierarchy3"/>
    <dgm:cxn modelId="{4893CF7E-FB4D-4E4D-AB53-2824E8EF7BFD}" type="presOf" srcId="{0092653F-4BED-441E-9656-A3CFC2B96A1C}" destId="{74E993EC-8E18-4068-ACB4-AC69DB249FBA}" srcOrd="0" destOrd="0" presId="urn:microsoft.com/office/officeart/2005/8/layout/hierarchy3"/>
    <dgm:cxn modelId="{DD71018C-D7E6-4815-B89F-9D7F0D71963D}" type="presOf" srcId="{367E3734-BA88-4922-B5CB-821E4D37E4B1}" destId="{4BE9D80D-BC24-4A67-B6C2-8151A2B77A8D}" srcOrd="0" destOrd="0" presId="urn:microsoft.com/office/officeart/2005/8/layout/hierarchy3"/>
    <dgm:cxn modelId="{D58A04F4-957E-487A-B144-D50F27FDB7F2}" type="presOf" srcId="{CB5AAB2F-6AB9-4CAB-864C-2AD64C02DB99}" destId="{83D00923-E1F5-4056-B0D4-77F0DD390DF8}" srcOrd="0" destOrd="0" presId="urn:microsoft.com/office/officeart/2005/8/layout/hierarchy3"/>
    <dgm:cxn modelId="{84DBFA4C-ACA7-43BE-BDB8-C98217AF1B39}" srcId="{0608BFA7-546A-4CF3-8009-3600A672D044}" destId="{6AC5DFD2-6BDA-4267-AEF6-E395C1133D56}" srcOrd="2" destOrd="0" parTransId="{78A58EB8-C136-410B-A326-9B882EA889DF}" sibTransId="{8952444B-B8C6-4178-BFE3-D18D47F4977D}"/>
    <dgm:cxn modelId="{0083E3C3-8AC3-418E-8507-BA946A579AA8}" type="presOf" srcId="{B2C84507-54B7-4A58-9E2E-CD5606929DA7}" destId="{5CAFBE8B-CE8D-4340-B5D9-0E9DAC83A672}" srcOrd="0" destOrd="0" presId="urn:microsoft.com/office/officeart/2005/8/layout/hierarchy3"/>
    <dgm:cxn modelId="{AFCAF5F7-1612-4F31-B83E-5F43B5B31F00}" srcId="{0608BFA7-546A-4CF3-8009-3600A672D044}" destId="{48FE0DCC-80ED-4DFE-BD44-53AE53EE6D79}" srcOrd="4" destOrd="0" parTransId="{B2C84507-54B7-4A58-9E2E-CD5606929DA7}" sibTransId="{E499CC5C-1DA1-454F-9074-0FF2B425BA3C}"/>
    <dgm:cxn modelId="{F31815BE-BD06-4356-B6C6-475592D9F77B}" srcId="{0608BFA7-546A-4CF3-8009-3600A672D044}" destId="{46A17209-CAC3-49E0-84E7-5B5553101876}" srcOrd="1" destOrd="0" parTransId="{1F265768-5D48-46A7-857A-4AECA5182E22}" sibTransId="{045B69BB-E537-4AA1-80FB-96C4F06BF516}"/>
    <dgm:cxn modelId="{64B3A555-2463-4732-88E2-FF26414F12BA}" type="presOf" srcId="{C0706AC6-204D-49B1-8B23-140258D9F2CA}" destId="{97384D9F-C2E5-416C-A216-AFB19D60F022}" srcOrd="0" destOrd="0" presId="urn:microsoft.com/office/officeart/2005/8/layout/hierarchy3"/>
    <dgm:cxn modelId="{79B1811D-32F6-4E86-ACF5-23CDF5D89C04}" type="presOf" srcId="{87081720-6BEB-4C9F-9035-948AE9320343}" destId="{3ADF5969-E152-4803-8A8B-E692DC6F4EFB}" srcOrd="0" destOrd="0" presId="urn:microsoft.com/office/officeart/2005/8/layout/hierarchy3"/>
    <dgm:cxn modelId="{9575D492-6F76-42BC-8A08-232ADB669BFC}" type="presOf" srcId="{3EF98487-6336-46D6-96AF-140DBD2EA2E1}" destId="{1CAA8E40-1203-46F3-9FE8-C2DC06D068C8}" srcOrd="0" destOrd="0" presId="urn:microsoft.com/office/officeart/2005/8/layout/hierarchy3"/>
    <dgm:cxn modelId="{4CAF4C3F-0E94-4192-8C29-0BADADD6E744}" type="presOf" srcId="{1F265768-5D48-46A7-857A-4AECA5182E22}" destId="{6F8EC973-2E21-432C-9D2E-DA333D8DDB44}" srcOrd="0" destOrd="0" presId="urn:microsoft.com/office/officeart/2005/8/layout/hierarchy3"/>
    <dgm:cxn modelId="{F0B764C6-2FCE-463D-9FC6-673FF7CD4624}" type="presOf" srcId="{F80C2213-5E35-4A5E-A639-1985843B4620}" destId="{6BCDF554-0152-4C23-811D-A6805B9A61D1}" srcOrd="0" destOrd="0" presId="urn:microsoft.com/office/officeart/2005/8/layout/hierarchy3"/>
    <dgm:cxn modelId="{499DE03A-0E9D-439E-B705-5EA801869CD9}" srcId="{0608BFA7-546A-4CF3-8009-3600A672D044}" destId="{C0706AC6-204D-49B1-8B23-140258D9F2CA}" srcOrd="3" destOrd="0" parTransId="{3EF98487-6336-46D6-96AF-140DBD2EA2E1}" sibTransId="{84233D2A-472B-4F83-92EF-FA8CBC58B6E2}"/>
    <dgm:cxn modelId="{66C77582-992E-4612-89D3-CAAF08E2D92F}" srcId="{1FBAAE81-7E69-4AE2-B4B2-47511EA554A0}" destId="{1541EFDC-C611-4AC2-A1FD-56152CDEF0F8}" srcOrd="0" destOrd="0" parTransId="{8B0DF067-769D-4CC8-8423-3739B10A62D9}" sibTransId="{ABB71E48-6B30-4A1D-8EF9-A2791E953CCA}"/>
    <dgm:cxn modelId="{1FE850CB-D459-4AF2-B0D0-649AF461D696}" type="presOf" srcId="{4EF75ABC-274C-47A6-B9B6-596DB02A3614}" destId="{47F1C868-E714-48E5-A477-0D72E57E04F4}" srcOrd="0" destOrd="0" presId="urn:microsoft.com/office/officeart/2005/8/layout/hierarchy3"/>
    <dgm:cxn modelId="{4273F398-5E04-4CAB-9EB6-9FEF1B0E9597}" type="presOf" srcId="{46A17209-CAC3-49E0-84E7-5B5553101876}" destId="{3D4DFE44-5669-4C29-8ADB-A6789EA566FF}" srcOrd="0" destOrd="0" presId="urn:microsoft.com/office/officeart/2005/8/layout/hierarchy3"/>
    <dgm:cxn modelId="{C228DF0B-6E52-43B3-B3F3-18DB4797E071}" type="presOf" srcId="{0608BFA7-546A-4CF3-8009-3600A672D044}" destId="{4C89AFA7-F26A-4743-AD14-61CA329241AC}" srcOrd="0" destOrd="0" presId="urn:microsoft.com/office/officeart/2005/8/layout/hierarchy3"/>
    <dgm:cxn modelId="{B92B0A67-64E1-4E81-A4C7-B554261A2E6E}" type="presOf" srcId="{0608BFA7-546A-4CF3-8009-3600A672D044}" destId="{E20CD2B4-896C-49C9-999B-87A2063D2FD2}" srcOrd="1" destOrd="0" presId="urn:microsoft.com/office/officeart/2005/8/layout/hierarchy3"/>
    <dgm:cxn modelId="{763825B0-A284-4266-B60B-11B0FC98FFD0}" type="presOf" srcId="{E07A0852-3737-428E-93D3-17495D3D376D}" destId="{33716FCF-5EA7-4D7A-81A0-9C8B7D341B61}" srcOrd="0" destOrd="0" presId="urn:microsoft.com/office/officeart/2005/8/layout/hierarchy3"/>
    <dgm:cxn modelId="{C5810F91-63B8-41FC-B4B2-CB7C9CFC136F}" type="presOf" srcId="{F4CBF2E8-080E-4CA8-9F44-0CF3CE429045}" destId="{0901AA30-00C1-4691-8DB7-2F73B4AEEC93}" srcOrd="0" destOrd="0" presId="urn:microsoft.com/office/officeart/2005/8/layout/hierarchy3"/>
    <dgm:cxn modelId="{58C65011-D78E-4120-8002-6288363B2F3F}" type="presOf" srcId="{CFDACBEE-4D40-45CC-8127-242B04675DB1}" destId="{F4119F7C-9096-42B4-9EA4-97AAE22CF2C5}" srcOrd="0" destOrd="0" presId="urn:microsoft.com/office/officeart/2005/8/layout/hierarchy3"/>
    <dgm:cxn modelId="{68BAB412-F815-4240-AB55-32754E9E7422}" srcId="{1541EFDC-C611-4AC2-A1FD-56152CDEF0F8}" destId="{F4CBF2E8-080E-4CA8-9F44-0CF3CE429045}" srcOrd="3" destOrd="0" parTransId="{865C9671-5A51-4972-A9C9-B2C8B4218D2B}" sibTransId="{B366A1A2-FE71-4183-ABFD-A9F9D1EF0E86}"/>
    <dgm:cxn modelId="{64DF5438-1D1C-4814-95AD-CA150E3365B7}" srcId="{1541EFDC-C611-4AC2-A1FD-56152CDEF0F8}" destId="{B0EF90B9-B7AC-41F4-A8E4-2C416D7BC666}" srcOrd="0" destOrd="0" parTransId="{1DE56A76-4993-4887-8460-65FA8A5AA490}" sibTransId="{63BC5514-881D-4F68-B769-8E8A73172FBF}"/>
    <dgm:cxn modelId="{E311E061-64C7-49A8-A550-3B5A5A87240F}" type="presParOf" srcId="{6D02269B-5E4A-4628-9EAD-36D338D56642}" destId="{F46B08BF-CB8D-4EF0-8878-757AE4C78038}" srcOrd="0" destOrd="0" presId="urn:microsoft.com/office/officeart/2005/8/layout/hierarchy3"/>
    <dgm:cxn modelId="{32F8C7AF-8618-4CCD-9AC5-1C6A527789E7}" type="presParOf" srcId="{F46B08BF-CB8D-4EF0-8878-757AE4C78038}" destId="{B0F025CD-1027-4698-8D14-D5EEE42F339D}" srcOrd="0" destOrd="0" presId="urn:microsoft.com/office/officeart/2005/8/layout/hierarchy3"/>
    <dgm:cxn modelId="{6CE8152B-8F6A-469C-AFAE-9DC6AF3459E2}" type="presParOf" srcId="{B0F025CD-1027-4698-8D14-D5EEE42F339D}" destId="{44119F6D-007C-4223-AF07-678E9D68AA61}" srcOrd="0" destOrd="0" presId="urn:microsoft.com/office/officeart/2005/8/layout/hierarchy3"/>
    <dgm:cxn modelId="{2A2676A9-B18D-4855-AD3B-50973F58E284}" type="presParOf" srcId="{B0F025CD-1027-4698-8D14-D5EEE42F339D}" destId="{812225CE-28B7-4D35-8E4E-D8FC9364D1F9}" srcOrd="1" destOrd="0" presId="urn:microsoft.com/office/officeart/2005/8/layout/hierarchy3"/>
    <dgm:cxn modelId="{DF2CA05A-FA5F-4B91-8EC7-B1A71D1AF778}" type="presParOf" srcId="{F46B08BF-CB8D-4EF0-8878-757AE4C78038}" destId="{DE29907D-B02C-4DC8-AB35-A32FAB9C50C8}" srcOrd="1" destOrd="0" presId="urn:microsoft.com/office/officeart/2005/8/layout/hierarchy3"/>
    <dgm:cxn modelId="{D967D470-114E-40B0-9311-C05BD9FBC0DE}" type="presParOf" srcId="{DE29907D-B02C-4DC8-AB35-A32FAB9C50C8}" destId="{E97F6A05-7D7E-42CF-A025-783C256FF1A4}" srcOrd="0" destOrd="0" presId="urn:microsoft.com/office/officeart/2005/8/layout/hierarchy3"/>
    <dgm:cxn modelId="{49A693EF-5ADF-4433-8D22-16FE7EA8F624}" type="presParOf" srcId="{DE29907D-B02C-4DC8-AB35-A32FAB9C50C8}" destId="{997AEA4A-0E44-40E5-A385-7D114752559D}" srcOrd="1" destOrd="0" presId="urn:microsoft.com/office/officeart/2005/8/layout/hierarchy3"/>
    <dgm:cxn modelId="{4BB25766-FA31-43A3-A69F-87F14C37869B}" type="presParOf" srcId="{DE29907D-B02C-4DC8-AB35-A32FAB9C50C8}" destId="{A95987E4-1E09-47F4-818D-61FCF22EA304}" srcOrd="2" destOrd="0" presId="urn:microsoft.com/office/officeart/2005/8/layout/hierarchy3"/>
    <dgm:cxn modelId="{C5A1D1A2-6ABE-41F9-B5C8-17C9C5E104F3}" type="presParOf" srcId="{DE29907D-B02C-4DC8-AB35-A32FAB9C50C8}" destId="{AF7B4ADA-0B7F-410D-8FB4-FFABE0DAD0D7}" srcOrd="3" destOrd="0" presId="urn:microsoft.com/office/officeart/2005/8/layout/hierarchy3"/>
    <dgm:cxn modelId="{6DE7CC04-1656-4586-8F67-3C5A9410AF41}" type="presParOf" srcId="{DE29907D-B02C-4DC8-AB35-A32FAB9C50C8}" destId="{6BCDF554-0152-4C23-811D-A6805B9A61D1}" srcOrd="4" destOrd="0" presId="urn:microsoft.com/office/officeart/2005/8/layout/hierarchy3"/>
    <dgm:cxn modelId="{33A6C25D-4B68-4059-AD8C-41C558FEB328}" type="presParOf" srcId="{DE29907D-B02C-4DC8-AB35-A32FAB9C50C8}" destId="{B20D87AF-4F2B-4280-BC55-B6F24CE01CDA}" srcOrd="5" destOrd="0" presId="urn:microsoft.com/office/officeart/2005/8/layout/hierarchy3"/>
    <dgm:cxn modelId="{F231EE4C-D37F-4AF4-AF7C-57B5483E589C}" type="presParOf" srcId="{DE29907D-B02C-4DC8-AB35-A32FAB9C50C8}" destId="{9D657C63-8E28-41F3-AFF5-73484B85CBD7}" srcOrd="6" destOrd="0" presId="urn:microsoft.com/office/officeart/2005/8/layout/hierarchy3"/>
    <dgm:cxn modelId="{29BA623F-7D5B-4E00-80BC-3FFD04EF1852}" type="presParOf" srcId="{DE29907D-B02C-4DC8-AB35-A32FAB9C50C8}" destId="{0901AA30-00C1-4691-8DB7-2F73B4AEEC93}" srcOrd="7" destOrd="0" presId="urn:microsoft.com/office/officeart/2005/8/layout/hierarchy3"/>
    <dgm:cxn modelId="{11FFAAC2-0C22-4ECB-A75C-9A8F8D14BFCC}" type="presParOf" srcId="{DE29907D-B02C-4DC8-AB35-A32FAB9C50C8}" destId="{33716FCF-5EA7-4D7A-81A0-9C8B7D341B61}" srcOrd="8" destOrd="0" presId="urn:microsoft.com/office/officeart/2005/8/layout/hierarchy3"/>
    <dgm:cxn modelId="{78D53E9E-7931-4703-8CAB-97DC5421ED87}" type="presParOf" srcId="{DE29907D-B02C-4DC8-AB35-A32FAB9C50C8}" destId="{83D00923-E1F5-4056-B0D4-77F0DD390DF8}" srcOrd="9" destOrd="0" presId="urn:microsoft.com/office/officeart/2005/8/layout/hierarchy3"/>
    <dgm:cxn modelId="{C1419AEB-6728-4B40-ADC2-0CF1B155B0D0}" type="presParOf" srcId="{DE29907D-B02C-4DC8-AB35-A32FAB9C50C8}" destId="{74E993EC-8E18-4068-ACB4-AC69DB249FBA}" srcOrd="10" destOrd="0" presId="urn:microsoft.com/office/officeart/2005/8/layout/hierarchy3"/>
    <dgm:cxn modelId="{C9EC07E2-9E0A-487A-A86F-0A4903B35EFA}" type="presParOf" srcId="{DE29907D-B02C-4DC8-AB35-A32FAB9C50C8}" destId="{8109E108-7674-4463-A2EF-68C823D0F069}" srcOrd="11" destOrd="0" presId="urn:microsoft.com/office/officeart/2005/8/layout/hierarchy3"/>
    <dgm:cxn modelId="{6987920D-070E-4B21-9F9E-61B7CB95D039}" type="presParOf" srcId="{6D02269B-5E4A-4628-9EAD-36D338D56642}" destId="{E1B3FE26-C7F1-40F1-8C91-5637E1BFFE04}" srcOrd="1" destOrd="0" presId="urn:microsoft.com/office/officeart/2005/8/layout/hierarchy3"/>
    <dgm:cxn modelId="{91CC39D1-42DA-4C04-A8C2-4B425982FBB9}" type="presParOf" srcId="{E1B3FE26-C7F1-40F1-8C91-5637E1BFFE04}" destId="{9F62F3DF-6AD6-4194-A466-E7F4043FC817}" srcOrd="0" destOrd="0" presId="urn:microsoft.com/office/officeart/2005/8/layout/hierarchy3"/>
    <dgm:cxn modelId="{06F8D9C8-5FE4-4526-9159-F04011082742}" type="presParOf" srcId="{9F62F3DF-6AD6-4194-A466-E7F4043FC817}" destId="{4C89AFA7-F26A-4743-AD14-61CA329241AC}" srcOrd="0" destOrd="0" presId="urn:microsoft.com/office/officeart/2005/8/layout/hierarchy3"/>
    <dgm:cxn modelId="{D2CB89DF-3EE1-47D5-B0C3-348061268E43}" type="presParOf" srcId="{9F62F3DF-6AD6-4194-A466-E7F4043FC817}" destId="{E20CD2B4-896C-49C9-999B-87A2063D2FD2}" srcOrd="1" destOrd="0" presId="urn:microsoft.com/office/officeart/2005/8/layout/hierarchy3"/>
    <dgm:cxn modelId="{2749ECC8-8D98-477E-92A0-D54BE105FCF7}" type="presParOf" srcId="{E1B3FE26-C7F1-40F1-8C91-5637E1BFFE04}" destId="{63A27C28-1034-4635-BD44-8CCE9E5421E2}" srcOrd="1" destOrd="0" presId="urn:microsoft.com/office/officeart/2005/8/layout/hierarchy3"/>
    <dgm:cxn modelId="{690369A5-485E-4F01-A305-AB538131774E}" type="presParOf" srcId="{63A27C28-1034-4635-BD44-8CCE9E5421E2}" destId="{F4119F7C-9096-42B4-9EA4-97AAE22CF2C5}" srcOrd="0" destOrd="0" presId="urn:microsoft.com/office/officeart/2005/8/layout/hierarchy3"/>
    <dgm:cxn modelId="{9B3753EF-70EB-41D4-A47F-CDC229B03E90}" type="presParOf" srcId="{63A27C28-1034-4635-BD44-8CCE9E5421E2}" destId="{F9DB4D29-4244-435C-85B4-B866B31F1410}" srcOrd="1" destOrd="0" presId="urn:microsoft.com/office/officeart/2005/8/layout/hierarchy3"/>
    <dgm:cxn modelId="{5C810A7F-920C-4FBF-9065-2DE7B5F23921}" type="presParOf" srcId="{63A27C28-1034-4635-BD44-8CCE9E5421E2}" destId="{6F8EC973-2E21-432C-9D2E-DA333D8DDB44}" srcOrd="2" destOrd="0" presId="urn:microsoft.com/office/officeart/2005/8/layout/hierarchy3"/>
    <dgm:cxn modelId="{131D8BE8-855F-48A7-B763-A3DC20E07AD5}" type="presParOf" srcId="{63A27C28-1034-4635-BD44-8CCE9E5421E2}" destId="{3D4DFE44-5669-4C29-8ADB-A6789EA566FF}" srcOrd="3" destOrd="0" presId="urn:microsoft.com/office/officeart/2005/8/layout/hierarchy3"/>
    <dgm:cxn modelId="{982B5E28-07F6-491E-B965-E77111B20F6A}" type="presParOf" srcId="{63A27C28-1034-4635-BD44-8CCE9E5421E2}" destId="{C6C927BA-03AC-4749-867B-1F230314957A}" srcOrd="4" destOrd="0" presId="urn:microsoft.com/office/officeart/2005/8/layout/hierarchy3"/>
    <dgm:cxn modelId="{5147E081-E116-4435-9137-E189AE5ECCE5}" type="presParOf" srcId="{63A27C28-1034-4635-BD44-8CCE9E5421E2}" destId="{F83FC73D-D7D3-4048-8885-9BC1C7E65738}" srcOrd="5" destOrd="0" presId="urn:microsoft.com/office/officeart/2005/8/layout/hierarchy3"/>
    <dgm:cxn modelId="{92B6120A-5605-4DE6-A29B-16F212A6E072}" type="presParOf" srcId="{63A27C28-1034-4635-BD44-8CCE9E5421E2}" destId="{1CAA8E40-1203-46F3-9FE8-C2DC06D068C8}" srcOrd="6" destOrd="0" presId="urn:microsoft.com/office/officeart/2005/8/layout/hierarchy3"/>
    <dgm:cxn modelId="{779B2217-52CA-461A-A332-505FB03F5D6B}" type="presParOf" srcId="{63A27C28-1034-4635-BD44-8CCE9E5421E2}" destId="{97384D9F-C2E5-416C-A216-AFB19D60F022}" srcOrd="7" destOrd="0" presId="urn:microsoft.com/office/officeart/2005/8/layout/hierarchy3"/>
    <dgm:cxn modelId="{4203F47F-88FA-478B-8A87-011B774DA30E}" type="presParOf" srcId="{63A27C28-1034-4635-BD44-8CCE9E5421E2}" destId="{5CAFBE8B-CE8D-4340-B5D9-0E9DAC83A672}" srcOrd="8" destOrd="0" presId="urn:microsoft.com/office/officeart/2005/8/layout/hierarchy3"/>
    <dgm:cxn modelId="{313F709B-E743-408E-8C0D-C640EA5CC433}" type="presParOf" srcId="{63A27C28-1034-4635-BD44-8CCE9E5421E2}" destId="{489B5C8D-3D94-4F4C-A418-66314CA66898}" srcOrd="9" destOrd="0" presId="urn:microsoft.com/office/officeart/2005/8/layout/hierarchy3"/>
    <dgm:cxn modelId="{CD4FF06C-C101-417B-82C0-586A0DAD4520}" type="presParOf" srcId="{63A27C28-1034-4635-BD44-8CCE9E5421E2}" destId="{EC47FCF6-2AB3-46B9-AB74-F75F42BCEBCC}" srcOrd="10" destOrd="0" presId="urn:microsoft.com/office/officeart/2005/8/layout/hierarchy3"/>
    <dgm:cxn modelId="{1910A70F-0754-482C-A825-AA2E006CC3C5}" type="presParOf" srcId="{63A27C28-1034-4635-BD44-8CCE9E5421E2}" destId="{4BE9D80D-BC24-4A67-B6C2-8151A2B77A8D}" srcOrd="11" destOrd="0" presId="urn:microsoft.com/office/officeart/2005/8/layout/hierarchy3"/>
    <dgm:cxn modelId="{AE5C13A7-0B54-48B6-AF07-420A26709891}" type="presParOf" srcId="{63A27C28-1034-4635-BD44-8CCE9E5421E2}" destId="{47F1C868-E714-48E5-A477-0D72E57E04F4}" srcOrd="12" destOrd="0" presId="urn:microsoft.com/office/officeart/2005/8/layout/hierarchy3"/>
    <dgm:cxn modelId="{B519D237-FF4A-41E8-B7F8-797756472B28}" type="presParOf" srcId="{63A27C28-1034-4635-BD44-8CCE9E5421E2}" destId="{3ADF5969-E152-4803-8A8B-E692DC6F4EFB}" srcOrd="13" destOrd="0" presId="urn:microsoft.com/office/officeart/2005/8/layout/hierarchy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9DA1D051-CD9B-49AC-842A-2E269F069342}" type="doc">
      <dgm:prSet loTypeId="urn:microsoft.com/office/officeart/2008/layout/VerticalCurvedList" loCatId="list" qsTypeId="urn:microsoft.com/office/officeart/2005/8/quickstyle/3d3" qsCatId="3D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AE4B741E-42B9-4802-AB40-2D06E6C8E4A1}">
      <dgm:prSet custT="1"/>
      <dgm:spPr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 prst="relaxedInset"/>
          <a:bevelB w="165100" h="254000"/>
        </a:sp3d>
      </dgm:spPr>
      <dgm:t>
        <a:bodyPr/>
        <a:lstStyle/>
        <a:p>
          <a:pPr rtl="0"/>
          <a:r>
            <a:rPr lang="ru-RU" sz="2200" b="0" i="0" dirty="0" smtClean="0"/>
            <a:t>Получение от робота данных (точки с найденным металлом), отображение их на карте и сохранение</a:t>
          </a:r>
          <a:endParaRPr lang="ru-RU" sz="2200" dirty="0">
            <a:latin typeface="+mj-lt"/>
          </a:endParaRPr>
        </a:p>
      </dgm:t>
    </dgm:pt>
    <dgm:pt modelId="{6B324159-370D-4BEE-BD21-1E5EFBA67E30}" type="parTrans" cxnId="{92EC402F-7636-485B-8F62-C17652C1F6A2}">
      <dgm:prSet/>
      <dgm:spPr/>
      <dgm:t>
        <a:bodyPr/>
        <a:lstStyle/>
        <a:p>
          <a:endParaRPr lang="ru-RU" sz="2200">
            <a:latin typeface="+mj-lt"/>
          </a:endParaRPr>
        </a:p>
      </dgm:t>
    </dgm:pt>
    <dgm:pt modelId="{99B1A064-44CF-48C5-92F8-5F1058A861F7}" type="sibTrans" cxnId="{92EC402F-7636-485B-8F62-C17652C1F6A2}">
      <dgm:prSet/>
      <dgm:spPr/>
      <dgm:t>
        <a:bodyPr/>
        <a:lstStyle/>
        <a:p>
          <a:endParaRPr lang="ru-RU" sz="2200">
            <a:latin typeface="+mj-lt"/>
          </a:endParaRPr>
        </a:p>
      </dgm:t>
    </dgm:pt>
    <dgm:pt modelId="{D00BB42C-2E4A-4FD4-A71C-8152C2AB6099}">
      <dgm:prSet custT="1"/>
      <dgm:spPr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 prst="relaxedInset"/>
          <a:bevelB w="165100" h="254000"/>
        </a:sp3d>
      </dgm:spPr>
      <dgm:t>
        <a:bodyPr/>
        <a:lstStyle/>
        <a:p>
          <a:pPr algn="l" rtl="0"/>
          <a:r>
            <a:rPr lang="ru-RU" sz="2200" b="0" i="0" dirty="0" smtClean="0"/>
            <a:t>Установка связи с роботом через </a:t>
          </a:r>
          <a:r>
            <a:rPr lang="ru-RU" sz="2200" b="0" i="0" dirty="0" err="1" smtClean="0"/>
            <a:t>Bluetooth</a:t>
          </a:r>
          <a:r>
            <a:rPr lang="ru-RU" sz="2200" b="0" i="0" dirty="0" smtClean="0"/>
            <a:t> для обмена данными</a:t>
          </a:r>
          <a:endParaRPr lang="ru-RU" sz="2200" dirty="0">
            <a:latin typeface="+mj-lt"/>
          </a:endParaRPr>
        </a:p>
      </dgm:t>
    </dgm:pt>
    <dgm:pt modelId="{56F8773B-C60B-452D-814B-3C4964D4EBB7}" type="sibTrans" cxnId="{DFD81C42-5589-4F67-B089-E040B826A6E5}">
      <dgm:prSet/>
      <dgm:spPr/>
      <dgm:t>
        <a:bodyPr/>
        <a:lstStyle/>
        <a:p>
          <a:endParaRPr lang="ru-RU" sz="2200">
            <a:latin typeface="+mj-lt"/>
          </a:endParaRPr>
        </a:p>
      </dgm:t>
    </dgm:pt>
    <dgm:pt modelId="{4AA19B5A-F97F-48B8-9A65-DE6C1F0AFC9B}" type="parTrans" cxnId="{DFD81C42-5589-4F67-B089-E040B826A6E5}">
      <dgm:prSet/>
      <dgm:spPr/>
      <dgm:t>
        <a:bodyPr/>
        <a:lstStyle/>
        <a:p>
          <a:endParaRPr lang="ru-RU" sz="2200">
            <a:latin typeface="+mj-lt"/>
          </a:endParaRPr>
        </a:p>
      </dgm:t>
    </dgm:pt>
    <dgm:pt modelId="{F96296B4-8DA5-4D12-9048-BF4EF77FFB5E}">
      <dgm:prSet custT="1"/>
      <dgm:spPr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 prst="relaxedInset"/>
          <a:bevelB w="165100" h="254000"/>
        </a:sp3d>
      </dgm:spPr>
      <dgm:t>
        <a:bodyPr/>
        <a:lstStyle/>
        <a:p>
          <a:pPr rtl="0"/>
          <a:r>
            <a:rPr lang="ru-RU" sz="2200" b="0" i="0" dirty="0" smtClean="0"/>
            <a:t>Отображение текущего состояние робота: заряд батареи, режим робота, информация о проделанной работе</a:t>
          </a:r>
          <a:endParaRPr lang="ru-RU" sz="2200" dirty="0">
            <a:latin typeface="+mj-lt"/>
          </a:endParaRPr>
        </a:p>
      </dgm:t>
    </dgm:pt>
    <dgm:pt modelId="{903879A0-8FA1-4D99-9005-5266CA213557}" type="parTrans" cxnId="{1171DD10-9494-4E2A-A0C2-B8A7711896DB}">
      <dgm:prSet/>
      <dgm:spPr/>
      <dgm:t>
        <a:bodyPr/>
        <a:lstStyle/>
        <a:p>
          <a:endParaRPr lang="ru-RU"/>
        </a:p>
      </dgm:t>
    </dgm:pt>
    <dgm:pt modelId="{0A80869F-56AA-4044-A267-872671459367}" type="sibTrans" cxnId="{1171DD10-9494-4E2A-A0C2-B8A7711896DB}">
      <dgm:prSet/>
      <dgm:spPr/>
      <dgm:t>
        <a:bodyPr/>
        <a:lstStyle/>
        <a:p>
          <a:endParaRPr lang="ru-RU"/>
        </a:p>
      </dgm:t>
    </dgm:pt>
    <dgm:pt modelId="{11CD6C49-1DB4-4928-BC53-855D2D994123}">
      <dgm:prSet custT="1"/>
      <dgm:spPr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 prst="relaxedInset"/>
          <a:bevelB w="165100" h="254000"/>
        </a:sp3d>
      </dgm:spPr>
      <dgm:t>
        <a:bodyPr/>
        <a:lstStyle/>
        <a:p>
          <a:pPr rtl="0"/>
          <a:r>
            <a:rPr lang="ru-RU" sz="2200" b="0" i="0" dirty="0" smtClean="0"/>
            <a:t>Моделирование области поиска, отображение её на карте в удобном для человека формате и сохранение в компьютере</a:t>
          </a:r>
          <a:endParaRPr lang="ru-RU" sz="2200" dirty="0">
            <a:latin typeface="+mj-lt"/>
          </a:endParaRPr>
        </a:p>
      </dgm:t>
    </dgm:pt>
    <dgm:pt modelId="{2ABCE4A1-3434-4694-BF67-A46A951DF63E}" type="parTrans" cxnId="{A862FCDF-48A4-40ED-BA18-58706108555E}">
      <dgm:prSet/>
      <dgm:spPr/>
      <dgm:t>
        <a:bodyPr/>
        <a:lstStyle/>
        <a:p>
          <a:endParaRPr lang="ru-RU"/>
        </a:p>
      </dgm:t>
    </dgm:pt>
    <dgm:pt modelId="{402C248B-E14C-45EA-8A3D-8F00FECC2582}" type="sibTrans" cxnId="{A862FCDF-48A4-40ED-BA18-58706108555E}">
      <dgm:prSet/>
      <dgm:spPr/>
      <dgm:t>
        <a:bodyPr/>
        <a:lstStyle/>
        <a:p>
          <a:endParaRPr lang="ru-RU"/>
        </a:p>
      </dgm:t>
    </dgm:pt>
    <dgm:pt modelId="{72ED61BE-F3C3-49C1-8FDB-EC83285111C1}">
      <dgm:prSet custT="1"/>
      <dgm:spPr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 prst="relaxedInset"/>
          <a:bevelB w="165100" h="254000"/>
        </a:sp3d>
      </dgm:spPr>
      <dgm:t>
        <a:bodyPr/>
        <a:lstStyle/>
        <a:p>
          <a:pPr rtl="0"/>
          <a:r>
            <a:rPr lang="ru-RU" sz="2200" b="0" i="0" dirty="0" smtClean="0"/>
            <a:t>Отправка</a:t>
          </a:r>
          <a:r>
            <a:rPr lang="ru-RU" sz="3600" b="0" i="0" dirty="0" smtClean="0"/>
            <a:t> </a:t>
          </a:r>
          <a:r>
            <a:rPr lang="ru-RU" sz="2200" b="0" i="0" dirty="0" smtClean="0"/>
            <a:t>роботу области поиска</a:t>
          </a:r>
          <a:endParaRPr lang="ru-RU" sz="2200" b="0" i="0" dirty="0"/>
        </a:p>
      </dgm:t>
    </dgm:pt>
    <dgm:pt modelId="{6327192D-2DFC-457D-8F50-55ADEDD077A8}" type="parTrans" cxnId="{A4B4A538-BBBD-4BA6-BCAF-818D56F393A1}">
      <dgm:prSet/>
      <dgm:spPr/>
      <dgm:t>
        <a:bodyPr/>
        <a:lstStyle/>
        <a:p>
          <a:endParaRPr lang="ru-RU"/>
        </a:p>
      </dgm:t>
    </dgm:pt>
    <dgm:pt modelId="{E2C8A6AC-4441-43C5-98A1-CE269DA02E46}" type="sibTrans" cxnId="{A4B4A538-BBBD-4BA6-BCAF-818D56F393A1}">
      <dgm:prSet/>
      <dgm:spPr/>
      <dgm:t>
        <a:bodyPr/>
        <a:lstStyle/>
        <a:p>
          <a:endParaRPr lang="ru-RU"/>
        </a:p>
      </dgm:t>
    </dgm:pt>
    <dgm:pt modelId="{D414D4A0-6261-4871-936E-71210F3628BB}" type="pres">
      <dgm:prSet presAssocID="{9DA1D051-CD9B-49AC-842A-2E269F069342}" presName="Name0" presStyleCnt="0">
        <dgm:presLayoutVars>
          <dgm:chMax val="7"/>
          <dgm:chPref val="7"/>
          <dgm:dir/>
        </dgm:presLayoutVars>
      </dgm:prSet>
      <dgm:spPr/>
      <dgm:t>
        <a:bodyPr/>
        <a:lstStyle/>
        <a:p>
          <a:endParaRPr lang="ru-RU"/>
        </a:p>
      </dgm:t>
    </dgm:pt>
    <dgm:pt modelId="{AB4EA71F-B109-41C5-A6D4-3C66DDAEF71C}" type="pres">
      <dgm:prSet presAssocID="{9DA1D051-CD9B-49AC-842A-2E269F069342}" presName="Name1" presStyleCnt="0"/>
      <dgm:spPr/>
    </dgm:pt>
    <dgm:pt modelId="{9A695A11-4C08-4715-8139-A4AFDDF0320D}" type="pres">
      <dgm:prSet presAssocID="{9DA1D051-CD9B-49AC-842A-2E269F069342}" presName="cycle" presStyleCnt="0"/>
      <dgm:spPr/>
    </dgm:pt>
    <dgm:pt modelId="{D113B7A0-8714-431B-B006-03DAF8CAB0FB}" type="pres">
      <dgm:prSet presAssocID="{9DA1D051-CD9B-49AC-842A-2E269F069342}" presName="srcNode" presStyleLbl="node1" presStyleIdx="0" presStyleCnt="5"/>
      <dgm:spPr/>
    </dgm:pt>
    <dgm:pt modelId="{A2484AB9-2C5D-4FD3-A020-30CEDEDD4D37}" type="pres">
      <dgm:prSet presAssocID="{9DA1D051-CD9B-49AC-842A-2E269F069342}" presName="conn" presStyleLbl="parChTrans1D2" presStyleIdx="0" presStyleCnt="1"/>
      <dgm:spPr/>
      <dgm:t>
        <a:bodyPr/>
        <a:lstStyle/>
        <a:p>
          <a:endParaRPr lang="ru-RU"/>
        </a:p>
      </dgm:t>
    </dgm:pt>
    <dgm:pt modelId="{550D255A-1609-4CD9-BF78-3EDE06655AF1}" type="pres">
      <dgm:prSet presAssocID="{9DA1D051-CD9B-49AC-842A-2E269F069342}" presName="extraNode" presStyleLbl="node1" presStyleIdx="0" presStyleCnt="5"/>
      <dgm:spPr/>
    </dgm:pt>
    <dgm:pt modelId="{3580D269-1F7D-4A2A-A51A-C3120F813E35}" type="pres">
      <dgm:prSet presAssocID="{9DA1D051-CD9B-49AC-842A-2E269F069342}" presName="dstNode" presStyleLbl="node1" presStyleIdx="0" presStyleCnt="5"/>
      <dgm:spPr/>
    </dgm:pt>
    <dgm:pt modelId="{4E838CF3-9F64-42B7-9563-6E9BB2255DED}" type="pres">
      <dgm:prSet presAssocID="{D00BB42C-2E4A-4FD4-A71C-8152C2AB6099}" presName="text_1" presStyleLbl="node1" presStyleIdx="0" presStyleCnt="5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7153B89F-4E65-46AF-B699-ADCFFA00FADD}" type="pres">
      <dgm:prSet presAssocID="{D00BB42C-2E4A-4FD4-A71C-8152C2AB6099}" presName="accent_1" presStyleCnt="0"/>
      <dgm:spPr/>
    </dgm:pt>
    <dgm:pt modelId="{CCB56C12-1909-42DF-96E2-E08022607811}" type="pres">
      <dgm:prSet presAssocID="{D00BB42C-2E4A-4FD4-A71C-8152C2AB6099}" presName="accentRepeatNode" presStyleLbl="solidFgAcc1" presStyleIdx="0" presStyleCnt="5" custAng="10800000"/>
      <dgm:spPr>
        <a:prstGeom prst="flowChartDisplay">
          <a:avLst/>
        </a:prstGeom>
      </dgm:spPr>
    </dgm:pt>
    <dgm:pt modelId="{7CBD543A-3759-4AE2-963F-DA1A41DEFAB5}" type="pres">
      <dgm:prSet presAssocID="{F96296B4-8DA5-4D12-9048-BF4EF77FFB5E}" presName="text_2" presStyleLbl="node1" presStyleIdx="1" presStyleCnt="5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A9FEA722-FCBC-4244-96C6-162585D79223}" type="pres">
      <dgm:prSet presAssocID="{F96296B4-8DA5-4D12-9048-BF4EF77FFB5E}" presName="accent_2" presStyleCnt="0"/>
      <dgm:spPr/>
    </dgm:pt>
    <dgm:pt modelId="{AE770D29-8739-4C03-AE21-3136AFC9E1A3}" type="pres">
      <dgm:prSet presAssocID="{F96296B4-8DA5-4D12-9048-BF4EF77FFB5E}" presName="accentRepeatNode" presStyleLbl="solidFgAcc1" presStyleIdx="1" presStyleCnt="5" custAng="10800000"/>
      <dgm:spPr>
        <a:prstGeom prst="flowChartDisplay">
          <a:avLst/>
        </a:prstGeom>
      </dgm:spPr>
    </dgm:pt>
    <dgm:pt modelId="{E510B6F2-57AD-4920-9F00-797C8007C059}" type="pres">
      <dgm:prSet presAssocID="{11CD6C49-1DB4-4928-BC53-855D2D994123}" presName="text_3" presStyleLbl="node1" presStyleIdx="2" presStyleCnt="5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8C666CD3-68D3-4675-8E51-123F7F9EF6D2}" type="pres">
      <dgm:prSet presAssocID="{11CD6C49-1DB4-4928-BC53-855D2D994123}" presName="accent_3" presStyleCnt="0"/>
      <dgm:spPr/>
    </dgm:pt>
    <dgm:pt modelId="{FEBBB57F-57A7-4DD2-B20A-8704AF0713C0}" type="pres">
      <dgm:prSet presAssocID="{11CD6C49-1DB4-4928-BC53-855D2D994123}" presName="accentRepeatNode" presStyleLbl="solidFgAcc1" presStyleIdx="2" presStyleCnt="5" custAng="10800000"/>
      <dgm:spPr>
        <a:prstGeom prst="flowChartDisplay">
          <a:avLst/>
        </a:prstGeom>
      </dgm:spPr>
    </dgm:pt>
    <dgm:pt modelId="{B9387C9B-E93D-448C-B57D-C16088254931}" type="pres">
      <dgm:prSet presAssocID="{72ED61BE-F3C3-49C1-8FDB-EC83285111C1}" presName="text_4" presStyleLbl="node1" presStyleIdx="3" presStyleCnt="5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FA02A535-4042-4138-9F90-A5252F5650E8}" type="pres">
      <dgm:prSet presAssocID="{72ED61BE-F3C3-49C1-8FDB-EC83285111C1}" presName="accent_4" presStyleCnt="0"/>
      <dgm:spPr/>
    </dgm:pt>
    <dgm:pt modelId="{9CE5E5E4-13FF-4CF7-8093-20979C95EBD6}" type="pres">
      <dgm:prSet presAssocID="{72ED61BE-F3C3-49C1-8FDB-EC83285111C1}" presName="accentRepeatNode" presStyleLbl="solidFgAcc1" presStyleIdx="3" presStyleCnt="5" custAng="10800000"/>
      <dgm:spPr>
        <a:prstGeom prst="flowChartDisplay">
          <a:avLst/>
        </a:prstGeom>
      </dgm:spPr>
    </dgm:pt>
    <dgm:pt modelId="{6BCD1673-A403-42E9-A45E-9112A0CD1810}" type="pres">
      <dgm:prSet presAssocID="{AE4B741E-42B9-4802-AB40-2D06E6C8E4A1}" presName="text_5" presStyleLbl="node1" presStyleIdx="4" presStyleCnt="5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88A53E03-09C2-45B8-832E-15E310C69879}" type="pres">
      <dgm:prSet presAssocID="{AE4B741E-42B9-4802-AB40-2D06E6C8E4A1}" presName="accent_5" presStyleCnt="0"/>
      <dgm:spPr/>
    </dgm:pt>
    <dgm:pt modelId="{9AFFACDF-E934-4735-BC49-97379F1BCA32}" type="pres">
      <dgm:prSet presAssocID="{AE4B741E-42B9-4802-AB40-2D06E6C8E4A1}" presName="accentRepeatNode" presStyleLbl="solidFgAcc1" presStyleIdx="4" presStyleCnt="5" custAng="10800000"/>
      <dgm:spPr>
        <a:prstGeom prst="flowChartDisplay">
          <a:avLst/>
        </a:prstGeom>
      </dgm:spPr>
    </dgm:pt>
  </dgm:ptLst>
  <dgm:cxnLst>
    <dgm:cxn modelId="{744BCEB5-F0BF-46CB-ABA5-7DCEA9EAD486}" type="presOf" srcId="{56F8773B-C60B-452D-814B-3C4964D4EBB7}" destId="{A2484AB9-2C5D-4FD3-A020-30CEDEDD4D37}" srcOrd="0" destOrd="0" presId="urn:microsoft.com/office/officeart/2008/layout/VerticalCurvedList"/>
    <dgm:cxn modelId="{35BAE031-9322-4FE3-98FE-B090B1EB6DAF}" type="presOf" srcId="{F96296B4-8DA5-4D12-9048-BF4EF77FFB5E}" destId="{7CBD543A-3759-4AE2-963F-DA1A41DEFAB5}" srcOrd="0" destOrd="0" presId="urn:microsoft.com/office/officeart/2008/layout/VerticalCurvedList"/>
    <dgm:cxn modelId="{A862FCDF-48A4-40ED-BA18-58706108555E}" srcId="{9DA1D051-CD9B-49AC-842A-2E269F069342}" destId="{11CD6C49-1DB4-4928-BC53-855D2D994123}" srcOrd="2" destOrd="0" parTransId="{2ABCE4A1-3434-4694-BF67-A46A951DF63E}" sibTransId="{402C248B-E14C-45EA-8A3D-8F00FECC2582}"/>
    <dgm:cxn modelId="{9FF88AB7-210C-4C71-AD87-6110FC2FF38C}" type="presOf" srcId="{AE4B741E-42B9-4802-AB40-2D06E6C8E4A1}" destId="{6BCD1673-A403-42E9-A45E-9112A0CD1810}" srcOrd="0" destOrd="0" presId="urn:microsoft.com/office/officeart/2008/layout/VerticalCurvedList"/>
    <dgm:cxn modelId="{B6955A97-2BFC-477D-A1EA-CA57760E03D6}" type="presOf" srcId="{72ED61BE-F3C3-49C1-8FDB-EC83285111C1}" destId="{B9387C9B-E93D-448C-B57D-C16088254931}" srcOrd="0" destOrd="0" presId="urn:microsoft.com/office/officeart/2008/layout/VerticalCurvedList"/>
    <dgm:cxn modelId="{1171DD10-9494-4E2A-A0C2-B8A7711896DB}" srcId="{9DA1D051-CD9B-49AC-842A-2E269F069342}" destId="{F96296B4-8DA5-4D12-9048-BF4EF77FFB5E}" srcOrd="1" destOrd="0" parTransId="{903879A0-8FA1-4D99-9005-5266CA213557}" sibTransId="{0A80869F-56AA-4044-A267-872671459367}"/>
    <dgm:cxn modelId="{01E3DFB7-805D-4873-AB53-EE8B2D2A2E9C}" type="presOf" srcId="{11CD6C49-1DB4-4928-BC53-855D2D994123}" destId="{E510B6F2-57AD-4920-9F00-797C8007C059}" srcOrd="0" destOrd="0" presId="urn:microsoft.com/office/officeart/2008/layout/VerticalCurvedList"/>
    <dgm:cxn modelId="{D727A44E-71A7-417B-8EBF-8ACEBA617373}" type="presOf" srcId="{D00BB42C-2E4A-4FD4-A71C-8152C2AB6099}" destId="{4E838CF3-9F64-42B7-9563-6E9BB2255DED}" srcOrd="0" destOrd="0" presId="urn:microsoft.com/office/officeart/2008/layout/VerticalCurvedList"/>
    <dgm:cxn modelId="{DFD81C42-5589-4F67-B089-E040B826A6E5}" srcId="{9DA1D051-CD9B-49AC-842A-2E269F069342}" destId="{D00BB42C-2E4A-4FD4-A71C-8152C2AB6099}" srcOrd="0" destOrd="0" parTransId="{4AA19B5A-F97F-48B8-9A65-DE6C1F0AFC9B}" sibTransId="{56F8773B-C60B-452D-814B-3C4964D4EBB7}"/>
    <dgm:cxn modelId="{A4B4A538-BBBD-4BA6-BCAF-818D56F393A1}" srcId="{9DA1D051-CD9B-49AC-842A-2E269F069342}" destId="{72ED61BE-F3C3-49C1-8FDB-EC83285111C1}" srcOrd="3" destOrd="0" parTransId="{6327192D-2DFC-457D-8F50-55ADEDD077A8}" sibTransId="{E2C8A6AC-4441-43C5-98A1-CE269DA02E46}"/>
    <dgm:cxn modelId="{95E563A8-0E6D-495E-96D8-69592AB9A5C1}" type="presOf" srcId="{9DA1D051-CD9B-49AC-842A-2E269F069342}" destId="{D414D4A0-6261-4871-936E-71210F3628BB}" srcOrd="0" destOrd="0" presId="urn:microsoft.com/office/officeart/2008/layout/VerticalCurvedList"/>
    <dgm:cxn modelId="{92EC402F-7636-485B-8F62-C17652C1F6A2}" srcId="{9DA1D051-CD9B-49AC-842A-2E269F069342}" destId="{AE4B741E-42B9-4802-AB40-2D06E6C8E4A1}" srcOrd="4" destOrd="0" parTransId="{6B324159-370D-4BEE-BD21-1E5EFBA67E30}" sibTransId="{99B1A064-44CF-48C5-92F8-5F1058A861F7}"/>
    <dgm:cxn modelId="{A9B29DB5-2F40-458F-B676-7E9FC7335EBA}" type="presParOf" srcId="{D414D4A0-6261-4871-936E-71210F3628BB}" destId="{AB4EA71F-B109-41C5-A6D4-3C66DDAEF71C}" srcOrd="0" destOrd="0" presId="urn:microsoft.com/office/officeart/2008/layout/VerticalCurvedList"/>
    <dgm:cxn modelId="{3A2F2B02-42D8-4893-8E19-CF6E2F79EE09}" type="presParOf" srcId="{AB4EA71F-B109-41C5-A6D4-3C66DDAEF71C}" destId="{9A695A11-4C08-4715-8139-A4AFDDF0320D}" srcOrd="0" destOrd="0" presId="urn:microsoft.com/office/officeart/2008/layout/VerticalCurvedList"/>
    <dgm:cxn modelId="{6FD71D21-936F-461E-8356-7FDC2C72B132}" type="presParOf" srcId="{9A695A11-4C08-4715-8139-A4AFDDF0320D}" destId="{D113B7A0-8714-431B-B006-03DAF8CAB0FB}" srcOrd="0" destOrd="0" presId="urn:microsoft.com/office/officeart/2008/layout/VerticalCurvedList"/>
    <dgm:cxn modelId="{D9A1F3EC-82C9-4E25-8881-C2B4F75F0123}" type="presParOf" srcId="{9A695A11-4C08-4715-8139-A4AFDDF0320D}" destId="{A2484AB9-2C5D-4FD3-A020-30CEDEDD4D37}" srcOrd="1" destOrd="0" presId="urn:microsoft.com/office/officeart/2008/layout/VerticalCurvedList"/>
    <dgm:cxn modelId="{3E4CA6E9-BE3B-46D5-ADAD-40572B3F8503}" type="presParOf" srcId="{9A695A11-4C08-4715-8139-A4AFDDF0320D}" destId="{550D255A-1609-4CD9-BF78-3EDE06655AF1}" srcOrd="2" destOrd="0" presId="urn:microsoft.com/office/officeart/2008/layout/VerticalCurvedList"/>
    <dgm:cxn modelId="{A89052A1-6B93-4977-90F5-C02B01A22BAB}" type="presParOf" srcId="{9A695A11-4C08-4715-8139-A4AFDDF0320D}" destId="{3580D269-1F7D-4A2A-A51A-C3120F813E35}" srcOrd="3" destOrd="0" presId="urn:microsoft.com/office/officeart/2008/layout/VerticalCurvedList"/>
    <dgm:cxn modelId="{A50846FF-887C-4E26-9FF0-AAB669374CE2}" type="presParOf" srcId="{AB4EA71F-B109-41C5-A6D4-3C66DDAEF71C}" destId="{4E838CF3-9F64-42B7-9563-6E9BB2255DED}" srcOrd="1" destOrd="0" presId="urn:microsoft.com/office/officeart/2008/layout/VerticalCurvedList"/>
    <dgm:cxn modelId="{6E4652D7-80FB-4351-8A10-3FAA8FA28DF3}" type="presParOf" srcId="{AB4EA71F-B109-41C5-A6D4-3C66DDAEF71C}" destId="{7153B89F-4E65-46AF-B699-ADCFFA00FADD}" srcOrd="2" destOrd="0" presId="urn:microsoft.com/office/officeart/2008/layout/VerticalCurvedList"/>
    <dgm:cxn modelId="{78A3C317-811E-46CC-8F53-FE7E77820E20}" type="presParOf" srcId="{7153B89F-4E65-46AF-B699-ADCFFA00FADD}" destId="{CCB56C12-1909-42DF-96E2-E08022607811}" srcOrd="0" destOrd="0" presId="urn:microsoft.com/office/officeart/2008/layout/VerticalCurvedList"/>
    <dgm:cxn modelId="{13130676-DBCF-41AC-B575-FAA64DD43FFF}" type="presParOf" srcId="{AB4EA71F-B109-41C5-A6D4-3C66DDAEF71C}" destId="{7CBD543A-3759-4AE2-963F-DA1A41DEFAB5}" srcOrd="3" destOrd="0" presId="urn:microsoft.com/office/officeart/2008/layout/VerticalCurvedList"/>
    <dgm:cxn modelId="{A3A5492F-1D67-419F-91F2-F0857CF699A8}" type="presParOf" srcId="{AB4EA71F-B109-41C5-A6D4-3C66DDAEF71C}" destId="{A9FEA722-FCBC-4244-96C6-162585D79223}" srcOrd="4" destOrd="0" presId="urn:microsoft.com/office/officeart/2008/layout/VerticalCurvedList"/>
    <dgm:cxn modelId="{681D1D11-4DFD-4A24-8AA0-32F1A4DCC07D}" type="presParOf" srcId="{A9FEA722-FCBC-4244-96C6-162585D79223}" destId="{AE770D29-8739-4C03-AE21-3136AFC9E1A3}" srcOrd="0" destOrd="0" presId="urn:microsoft.com/office/officeart/2008/layout/VerticalCurvedList"/>
    <dgm:cxn modelId="{0BF00E77-DA2F-41F2-A1E4-383D81E0CD89}" type="presParOf" srcId="{AB4EA71F-B109-41C5-A6D4-3C66DDAEF71C}" destId="{E510B6F2-57AD-4920-9F00-797C8007C059}" srcOrd="5" destOrd="0" presId="urn:microsoft.com/office/officeart/2008/layout/VerticalCurvedList"/>
    <dgm:cxn modelId="{A38F0D27-5590-46FC-B46D-FA4755B91EFC}" type="presParOf" srcId="{AB4EA71F-B109-41C5-A6D4-3C66DDAEF71C}" destId="{8C666CD3-68D3-4675-8E51-123F7F9EF6D2}" srcOrd="6" destOrd="0" presId="urn:microsoft.com/office/officeart/2008/layout/VerticalCurvedList"/>
    <dgm:cxn modelId="{C6EBD1C7-BDBC-415E-B73E-86E03BC43F1C}" type="presParOf" srcId="{8C666CD3-68D3-4675-8E51-123F7F9EF6D2}" destId="{FEBBB57F-57A7-4DD2-B20A-8704AF0713C0}" srcOrd="0" destOrd="0" presId="urn:microsoft.com/office/officeart/2008/layout/VerticalCurvedList"/>
    <dgm:cxn modelId="{7883F692-199E-4269-8206-C2BA984C3631}" type="presParOf" srcId="{AB4EA71F-B109-41C5-A6D4-3C66DDAEF71C}" destId="{B9387C9B-E93D-448C-B57D-C16088254931}" srcOrd="7" destOrd="0" presId="urn:microsoft.com/office/officeart/2008/layout/VerticalCurvedList"/>
    <dgm:cxn modelId="{12DD2FC6-DA31-4E89-9AD1-B821B3C7DE6C}" type="presParOf" srcId="{AB4EA71F-B109-41C5-A6D4-3C66DDAEF71C}" destId="{FA02A535-4042-4138-9F90-A5252F5650E8}" srcOrd="8" destOrd="0" presId="urn:microsoft.com/office/officeart/2008/layout/VerticalCurvedList"/>
    <dgm:cxn modelId="{58556EFB-4DF6-4C2C-BFBE-AEE9DE2D2FF1}" type="presParOf" srcId="{FA02A535-4042-4138-9F90-A5252F5650E8}" destId="{9CE5E5E4-13FF-4CF7-8093-20979C95EBD6}" srcOrd="0" destOrd="0" presId="urn:microsoft.com/office/officeart/2008/layout/VerticalCurvedList"/>
    <dgm:cxn modelId="{4B28F500-3ED3-442C-852A-D0A21E5B070F}" type="presParOf" srcId="{AB4EA71F-B109-41C5-A6D4-3C66DDAEF71C}" destId="{6BCD1673-A403-42E9-A45E-9112A0CD1810}" srcOrd="9" destOrd="0" presId="urn:microsoft.com/office/officeart/2008/layout/VerticalCurvedList"/>
    <dgm:cxn modelId="{46ADE274-755A-487A-B8B8-F2BD2C6893A7}" type="presParOf" srcId="{AB4EA71F-B109-41C5-A6D4-3C66DDAEF71C}" destId="{88A53E03-09C2-45B8-832E-15E310C69879}" srcOrd="10" destOrd="0" presId="urn:microsoft.com/office/officeart/2008/layout/VerticalCurvedList"/>
    <dgm:cxn modelId="{9F88475B-E273-4214-8C83-B06FF2B9017D}" type="presParOf" srcId="{88A53E03-09C2-45B8-832E-15E310C69879}" destId="{9AFFACDF-E934-4735-BC49-97379F1BCA32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1FBAAE81-7E69-4AE2-B4B2-47511EA554A0}" type="doc">
      <dgm:prSet loTypeId="urn:microsoft.com/office/officeart/2005/8/layout/hierarchy3" loCatId="hierarchy" qsTypeId="urn:microsoft.com/office/officeart/2005/8/quickstyle/3d1" qsCatId="3D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1541EFDC-C611-4AC2-A1FD-56152CDEF0F8}">
      <dgm:prSet phldrT="[Текст]" custT="1"/>
      <dgm:spPr/>
      <dgm:t>
        <a:bodyPr/>
        <a:lstStyle/>
        <a:p>
          <a:r>
            <a:rPr lang="ru-RU" sz="1600" dirty="0" smtClean="0">
              <a:solidFill>
                <a:schemeClr val="bg1"/>
              </a:solidFill>
              <a:latin typeface="+mj-lt"/>
            </a:rPr>
            <a:t>Вкладка «Карта»</a:t>
          </a:r>
          <a:endParaRPr lang="ru-RU" sz="1600" dirty="0">
            <a:solidFill>
              <a:schemeClr val="bg1"/>
            </a:solidFill>
            <a:latin typeface="+mj-lt"/>
          </a:endParaRPr>
        </a:p>
      </dgm:t>
    </dgm:pt>
    <dgm:pt modelId="{8B0DF067-769D-4CC8-8423-3739B10A62D9}" type="parTrans" cxnId="{66C77582-992E-4612-89D3-CAAF08E2D92F}">
      <dgm:prSet/>
      <dgm:spPr/>
      <dgm:t>
        <a:bodyPr/>
        <a:lstStyle/>
        <a:p>
          <a:endParaRPr lang="ru-RU" sz="1600">
            <a:latin typeface="+mj-lt"/>
          </a:endParaRPr>
        </a:p>
      </dgm:t>
    </dgm:pt>
    <dgm:pt modelId="{ABB71E48-6B30-4A1D-8EF9-A2791E953CCA}" type="sibTrans" cxnId="{66C77582-992E-4612-89D3-CAAF08E2D92F}">
      <dgm:prSet/>
      <dgm:spPr/>
      <dgm:t>
        <a:bodyPr/>
        <a:lstStyle/>
        <a:p>
          <a:endParaRPr lang="ru-RU" sz="1600">
            <a:latin typeface="+mj-lt"/>
          </a:endParaRPr>
        </a:p>
      </dgm:t>
    </dgm:pt>
    <dgm:pt modelId="{F820B708-5991-4728-9253-663D0A7597ED}">
      <dgm:prSet phldrT="[Текст]" custT="1"/>
      <dgm:spPr/>
      <dgm:t>
        <a:bodyPr/>
        <a:lstStyle/>
        <a:p>
          <a:pPr algn="l"/>
          <a:r>
            <a:rPr lang="ru-RU" sz="1600" dirty="0" smtClean="0">
              <a:latin typeface="+mj-lt"/>
            </a:rPr>
            <a:t>Отображение карты реальной местности с использованием </a:t>
          </a:r>
          <a:r>
            <a:rPr lang="ru-RU" sz="1600" i="1" dirty="0" smtClean="0">
              <a:latin typeface="+mj-lt"/>
            </a:rPr>
            <a:t>JS APY Яндекс Карт</a:t>
          </a:r>
          <a:endParaRPr lang="ru-RU" sz="1600" i="1" dirty="0">
            <a:latin typeface="+mj-lt"/>
          </a:endParaRPr>
        </a:p>
      </dgm:t>
    </dgm:pt>
    <dgm:pt modelId="{27EAC9E4-5A91-4479-AFC0-B4E9BB2594B0}" type="parTrans" cxnId="{B8CDA9C8-D4B1-4130-BBA0-C60BF4C20921}">
      <dgm:prSet/>
      <dgm:spPr/>
      <dgm:t>
        <a:bodyPr/>
        <a:lstStyle/>
        <a:p>
          <a:endParaRPr lang="ru-RU" sz="1600">
            <a:latin typeface="+mj-lt"/>
          </a:endParaRPr>
        </a:p>
      </dgm:t>
    </dgm:pt>
    <dgm:pt modelId="{85C4EE9C-6DFE-4FAC-B275-F2CE8B7E3167}" type="sibTrans" cxnId="{B8CDA9C8-D4B1-4130-BBA0-C60BF4C20921}">
      <dgm:prSet/>
      <dgm:spPr/>
      <dgm:t>
        <a:bodyPr/>
        <a:lstStyle/>
        <a:p>
          <a:endParaRPr lang="ru-RU" sz="1600">
            <a:latin typeface="+mj-lt"/>
          </a:endParaRPr>
        </a:p>
      </dgm:t>
    </dgm:pt>
    <dgm:pt modelId="{B0EF90B9-B7AC-41F4-A8E4-2C416D7BC666}">
      <dgm:prSet phldrT="[Текст]" custT="1"/>
      <dgm:spPr/>
      <dgm:t>
        <a:bodyPr/>
        <a:lstStyle/>
        <a:p>
          <a:pPr algn="l"/>
          <a:r>
            <a:rPr lang="ru-RU" sz="1600" b="1" dirty="0" smtClean="0">
              <a:latin typeface="+mj-lt"/>
            </a:rPr>
            <a:t>«Рисовать полигон»</a:t>
          </a:r>
          <a:r>
            <a:rPr lang="ru-RU" sz="1600" dirty="0" smtClean="0">
              <a:latin typeface="+mj-lt"/>
            </a:rPr>
            <a:t>: рисование на карте области поиска через добавление вершин</a:t>
          </a:r>
          <a:endParaRPr lang="ru-RU" sz="1600" dirty="0">
            <a:latin typeface="+mj-lt"/>
          </a:endParaRPr>
        </a:p>
      </dgm:t>
    </dgm:pt>
    <dgm:pt modelId="{1DE56A76-4993-4887-8460-65FA8A5AA490}" type="parTrans" cxnId="{64DF5438-1D1C-4814-95AD-CA150E3365B7}">
      <dgm:prSet/>
      <dgm:spPr/>
      <dgm:t>
        <a:bodyPr/>
        <a:lstStyle/>
        <a:p>
          <a:endParaRPr lang="ru-RU" sz="1600">
            <a:latin typeface="+mj-lt"/>
          </a:endParaRPr>
        </a:p>
      </dgm:t>
    </dgm:pt>
    <dgm:pt modelId="{63BC5514-881D-4F68-B769-8E8A73172FBF}" type="sibTrans" cxnId="{64DF5438-1D1C-4814-95AD-CA150E3365B7}">
      <dgm:prSet/>
      <dgm:spPr/>
      <dgm:t>
        <a:bodyPr/>
        <a:lstStyle/>
        <a:p>
          <a:endParaRPr lang="ru-RU" sz="1600">
            <a:latin typeface="+mj-lt"/>
          </a:endParaRPr>
        </a:p>
      </dgm:t>
    </dgm:pt>
    <dgm:pt modelId="{39725F31-9AD3-4C61-BEE1-BF9FE30A547F}">
      <dgm:prSet phldrT="[Текст]" custT="1"/>
      <dgm:spPr/>
      <dgm:t>
        <a:bodyPr/>
        <a:lstStyle/>
        <a:p>
          <a:pPr algn="l"/>
          <a:r>
            <a:rPr lang="ru-RU" sz="1600" dirty="0" smtClean="0">
              <a:latin typeface="+mj-lt"/>
            </a:rPr>
            <a:t>Кнопки «</a:t>
          </a:r>
          <a:r>
            <a:rPr lang="ru-RU" sz="1600" b="1" dirty="0" smtClean="0">
              <a:latin typeface="+mj-lt"/>
            </a:rPr>
            <a:t>отменить</a:t>
          </a:r>
          <a:r>
            <a:rPr lang="ru-RU" sz="1600" dirty="0" smtClean="0">
              <a:latin typeface="+mj-lt"/>
            </a:rPr>
            <a:t>» и «</a:t>
          </a:r>
          <a:r>
            <a:rPr lang="ru-RU" sz="1600" b="1" dirty="0" smtClean="0">
              <a:latin typeface="+mj-lt"/>
            </a:rPr>
            <a:t>восстановить</a:t>
          </a:r>
          <a:r>
            <a:rPr lang="ru-RU" sz="1600" dirty="0" smtClean="0">
              <a:latin typeface="+mj-lt"/>
            </a:rPr>
            <a:t>» работают с историей команд создания полигона</a:t>
          </a:r>
          <a:endParaRPr lang="ru-RU" sz="1600" dirty="0">
            <a:latin typeface="+mj-lt"/>
          </a:endParaRPr>
        </a:p>
      </dgm:t>
    </dgm:pt>
    <dgm:pt modelId="{1603C9B5-0DC1-4C05-B1B4-4E489196500F}" type="parTrans" cxnId="{926BF7DF-8C38-458C-97BB-3EBDFC39FD7D}">
      <dgm:prSet/>
      <dgm:spPr/>
      <dgm:t>
        <a:bodyPr/>
        <a:lstStyle/>
        <a:p>
          <a:endParaRPr lang="ru-RU" sz="1600"/>
        </a:p>
      </dgm:t>
    </dgm:pt>
    <dgm:pt modelId="{AAC5D74A-3EA6-40E9-AE06-3BC83B810F44}" type="sibTrans" cxnId="{926BF7DF-8C38-458C-97BB-3EBDFC39FD7D}">
      <dgm:prSet/>
      <dgm:spPr/>
      <dgm:t>
        <a:bodyPr/>
        <a:lstStyle/>
        <a:p>
          <a:endParaRPr lang="ru-RU" sz="1600"/>
        </a:p>
      </dgm:t>
    </dgm:pt>
    <dgm:pt modelId="{61CF21A6-9742-442A-90F2-294B7E271730}">
      <dgm:prSet phldrT="[Текст]" custT="1"/>
      <dgm:spPr/>
      <dgm:t>
        <a:bodyPr/>
        <a:lstStyle/>
        <a:p>
          <a:pPr algn="l"/>
          <a:r>
            <a:rPr lang="ru-RU" sz="1600" dirty="0" smtClean="0">
              <a:latin typeface="+mj-lt"/>
            </a:rPr>
            <a:t>Кнопка «</a:t>
          </a:r>
          <a:r>
            <a:rPr lang="ru-RU" sz="1600" b="1" dirty="0" smtClean="0">
              <a:latin typeface="+mj-lt"/>
            </a:rPr>
            <a:t>удалить полигон</a:t>
          </a:r>
          <a:r>
            <a:rPr lang="ru-RU" sz="1600" dirty="0" smtClean="0">
              <a:latin typeface="+mj-lt"/>
            </a:rPr>
            <a:t>» полностью удаляет созданную область</a:t>
          </a:r>
          <a:endParaRPr lang="ru-RU" sz="1600" dirty="0">
            <a:latin typeface="+mj-lt"/>
          </a:endParaRPr>
        </a:p>
      </dgm:t>
    </dgm:pt>
    <dgm:pt modelId="{F2C57F0F-7FC8-4DBE-98FC-82196FBEEBEA}" type="parTrans" cxnId="{6BA7D849-91E7-4615-8B2F-024BE7E4356D}">
      <dgm:prSet/>
      <dgm:spPr/>
      <dgm:t>
        <a:bodyPr/>
        <a:lstStyle/>
        <a:p>
          <a:endParaRPr lang="ru-RU" sz="1600"/>
        </a:p>
      </dgm:t>
    </dgm:pt>
    <dgm:pt modelId="{B09E81C1-AFB7-445E-84D2-D6C4529A3A47}" type="sibTrans" cxnId="{6BA7D849-91E7-4615-8B2F-024BE7E4356D}">
      <dgm:prSet/>
      <dgm:spPr/>
      <dgm:t>
        <a:bodyPr/>
        <a:lstStyle/>
        <a:p>
          <a:endParaRPr lang="ru-RU" sz="1600"/>
        </a:p>
      </dgm:t>
    </dgm:pt>
    <dgm:pt modelId="{FD596EAD-5791-4489-9534-0C8D06D45B86}">
      <dgm:prSet phldrT="[Текст]" custT="1"/>
      <dgm:spPr/>
      <dgm:t>
        <a:bodyPr/>
        <a:lstStyle/>
        <a:p>
          <a:pPr algn="l"/>
          <a:r>
            <a:rPr lang="ru-RU" sz="1600" dirty="0" smtClean="0">
              <a:latin typeface="+mj-lt"/>
            </a:rPr>
            <a:t>Задать точку </a:t>
          </a:r>
          <a:r>
            <a:rPr lang="ru-RU" sz="1600" b="1" dirty="0" smtClean="0">
              <a:latin typeface="+mj-lt"/>
            </a:rPr>
            <a:t>«финиш»</a:t>
          </a:r>
          <a:r>
            <a:rPr lang="ru-RU" sz="1600" dirty="0" smtClean="0">
              <a:latin typeface="+mj-lt"/>
            </a:rPr>
            <a:t> - место конечной остановки робота</a:t>
          </a:r>
          <a:endParaRPr lang="ru-RU" sz="1600" dirty="0">
            <a:latin typeface="+mj-lt"/>
          </a:endParaRPr>
        </a:p>
      </dgm:t>
    </dgm:pt>
    <dgm:pt modelId="{385135A1-769B-4F5A-811C-FF8765AFAA2C}" type="sibTrans" cxnId="{4EC66674-117A-4B81-B8DE-C9159D842F02}">
      <dgm:prSet/>
      <dgm:spPr/>
      <dgm:t>
        <a:bodyPr/>
        <a:lstStyle/>
        <a:p>
          <a:endParaRPr lang="ru-RU" sz="1600">
            <a:latin typeface="+mj-lt"/>
          </a:endParaRPr>
        </a:p>
      </dgm:t>
    </dgm:pt>
    <dgm:pt modelId="{F80C2213-5E35-4A5E-A639-1985843B4620}" type="parTrans" cxnId="{4EC66674-117A-4B81-B8DE-C9159D842F02}">
      <dgm:prSet/>
      <dgm:spPr/>
      <dgm:t>
        <a:bodyPr/>
        <a:lstStyle/>
        <a:p>
          <a:endParaRPr lang="ru-RU" sz="1600">
            <a:latin typeface="+mj-lt"/>
          </a:endParaRPr>
        </a:p>
      </dgm:t>
    </dgm:pt>
    <dgm:pt modelId="{6D02269B-5E4A-4628-9EAD-36D338D56642}" type="pres">
      <dgm:prSet presAssocID="{1FBAAE81-7E69-4AE2-B4B2-47511EA554A0}" presName="diagram" presStyleCnt="0">
        <dgm:presLayoutVars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ru-RU"/>
        </a:p>
      </dgm:t>
    </dgm:pt>
    <dgm:pt modelId="{F46B08BF-CB8D-4EF0-8878-757AE4C78038}" type="pres">
      <dgm:prSet presAssocID="{1541EFDC-C611-4AC2-A1FD-56152CDEF0F8}" presName="root" presStyleCnt="0"/>
      <dgm:spPr/>
      <dgm:t>
        <a:bodyPr/>
        <a:lstStyle/>
        <a:p>
          <a:endParaRPr lang="ru-RU"/>
        </a:p>
      </dgm:t>
    </dgm:pt>
    <dgm:pt modelId="{B0F025CD-1027-4698-8D14-D5EEE42F339D}" type="pres">
      <dgm:prSet presAssocID="{1541EFDC-C611-4AC2-A1FD-56152CDEF0F8}" presName="rootComposite" presStyleCnt="0"/>
      <dgm:spPr/>
      <dgm:t>
        <a:bodyPr/>
        <a:lstStyle/>
        <a:p>
          <a:endParaRPr lang="ru-RU"/>
        </a:p>
      </dgm:t>
    </dgm:pt>
    <dgm:pt modelId="{44119F6D-007C-4223-AF07-678E9D68AA61}" type="pres">
      <dgm:prSet presAssocID="{1541EFDC-C611-4AC2-A1FD-56152CDEF0F8}" presName="rootText" presStyleLbl="node1" presStyleIdx="0" presStyleCnt="1" custScaleX="534523" custLinFactNeighborX="-70873"/>
      <dgm:spPr/>
      <dgm:t>
        <a:bodyPr/>
        <a:lstStyle/>
        <a:p>
          <a:endParaRPr lang="ru-RU"/>
        </a:p>
      </dgm:t>
    </dgm:pt>
    <dgm:pt modelId="{812225CE-28B7-4D35-8E4E-D8FC9364D1F9}" type="pres">
      <dgm:prSet presAssocID="{1541EFDC-C611-4AC2-A1FD-56152CDEF0F8}" presName="rootConnector" presStyleLbl="node1" presStyleIdx="0" presStyleCnt="1"/>
      <dgm:spPr/>
      <dgm:t>
        <a:bodyPr/>
        <a:lstStyle/>
        <a:p>
          <a:endParaRPr lang="ru-RU"/>
        </a:p>
      </dgm:t>
    </dgm:pt>
    <dgm:pt modelId="{DE29907D-B02C-4DC8-AB35-A32FAB9C50C8}" type="pres">
      <dgm:prSet presAssocID="{1541EFDC-C611-4AC2-A1FD-56152CDEF0F8}" presName="childShape" presStyleCnt="0"/>
      <dgm:spPr/>
      <dgm:t>
        <a:bodyPr/>
        <a:lstStyle/>
        <a:p>
          <a:endParaRPr lang="ru-RU"/>
        </a:p>
      </dgm:t>
    </dgm:pt>
    <dgm:pt modelId="{AF5077CE-5C10-43B0-B87C-CAD71B997BD6}" type="pres">
      <dgm:prSet presAssocID="{27EAC9E4-5A91-4479-AFC0-B4E9BB2594B0}" presName="Name13" presStyleLbl="parChTrans1D2" presStyleIdx="0" presStyleCnt="5"/>
      <dgm:spPr/>
      <dgm:t>
        <a:bodyPr/>
        <a:lstStyle/>
        <a:p>
          <a:endParaRPr lang="ru-RU"/>
        </a:p>
      </dgm:t>
    </dgm:pt>
    <dgm:pt modelId="{DA8A690F-E500-4DF0-9FDE-072145D073D2}" type="pres">
      <dgm:prSet presAssocID="{F820B708-5991-4728-9253-663D0A7597ED}" presName="childText" presStyleLbl="bgAcc1" presStyleIdx="0" presStyleCnt="5" custScaleX="556212" custScaleY="96819" custLinFactNeighborX="-56819" custLinFactNeighborY="3401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E97F6A05-7D7E-42CF-A025-783C256FF1A4}" type="pres">
      <dgm:prSet presAssocID="{1DE56A76-4993-4887-8460-65FA8A5AA490}" presName="Name13" presStyleLbl="parChTrans1D2" presStyleIdx="1" presStyleCnt="5"/>
      <dgm:spPr/>
      <dgm:t>
        <a:bodyPr/>
        <a:lstStyle/>
        <a:p>
          <a:endParaRPr lang="ru-RU"/>
        </a:p>
      </dgm:t>
    </dgm:pt>
    <dgm:pt modelId="{997AEA4A-0E44-40E5-A385-7D114752559D}" type="pres">
      <dgm:prSet presAssocID="{B0EF90B9-B7AC-41F4-A8E4-2C416D7BC666}" presName="childText" presStyleLbl="bgAcc1" presStyleIdx="1" presStyleCnt="5" custScaleX="556212" custScaleY="104193" custLinFactNeighborX="-56819" custLinFactNeighborY="981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6BCDF554-0152-4C23-811D-A6805B9A61D1}" type="pres">
      <dgm:prSet presAssocID="{F80C2213-5E35-4A5E-A639-1985843B4620}" presName="Name13" presStyleLbl="parChTrans1D2" presStyleIdx="2" presStyleCnt="5"/>
      <dgm:spPr/>
      <dgm:t>
        <a:bodyPr/>
        <a:lstStyle/>
        <a:p>
          <a:endParaRPr lang="ru-RU"/>
        </a:p>
      </dgm:t>
    </dgm:pt>
    <dgm:pt modelId="{B20D87AF-4F2B-4280-BC55-B6F24CE01CDA}" type="pres">
      <dgm:prSet presAssocID="{FD596EAD-5791-4489-9534-0C8D06D45B86}" presName="childText" presStyleLbl="bgAcc1" presStyleIdx="2" presStyleCnt="5" custScaleX="556212" custScaleY="104193" custLinFactNeighborX="-56819" custLinFactNeighborY="5200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D54F1CAC-D3BF-4951-ACB6-92E2EA295FE9}" type="pres">
      <dgm:prSet presAssocID="{1603C9B5-0DC1-4C05-B1B4-4E489196500F}" presName="Name13" presStyleLbl="parChTrans1D2" presStyleIdx="3" presStyleCnt="5"/>
      <dgm:spPr/>
      <dgm:t>
        <a:bodyPr/>
        <a:lstStyle/>
        <a:p>
          <a:endParaRPr lang="ru-RU"/>
        </a:p>
      </dgm:t>
    </dgm:pt>
    <dgm:pt modelId="{8F725618-161E-4D31-A831-7E0237EAAD42}" type="pres">
      <dgm:prSet presAssocID="{39725F31-9AD3-4C61-BEE1-BF9FE30A547F}" presName="childText" presStyleLbl="bgAcc1" presStyleIdx="3" presStyleCnt="5" custScaleX="556212" custScaleY="104193" custLinFactNeighborX="-56819" custLinFactNeighborY="5200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A6F572CF-9B20-4230-B3F7-B98BC7C408E2}" type="pres">
      <dgm:prSet presAssocID="{F2C57F0F-7FC8-4DBE-98FC-82196FBEEBEA}" presName="Name13" presStyleLbl="parChTrans1D2" presStyleIdx="4" presStyleCnt="5"/>
      <dgm:spPr/>
      <dgm:t>
        <a:bodyPr/>
        <a:lstStyle/>
        <a:p>
          <a:endParaRPr lang="ru-RU"/>
        </a:p>
      </dgm:t>
    </dgm:pt>
    <dgm:pt modelId="{47A3A3A7-D6F1-4009-8937-E003DD425D8B}" type="pres">
      <dgm:prSet presAssocID="{61CF21A6-9742-442A-90F2-294B7E271730}" presName="childText" presStyleLbl="bgAcc1" presStyleIdx="4" presStyleCnt="5" custScaleX="556212" custScaleY="104193" custLinFactNeighborX="-56819" custLinFactNeighborY="2817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42457FA5-9E0D-4576-A69E-436F53B032D6}" type="presOf" srcId="{B0EF90B9-B7AC-41F4-A8E4-2C416D7BC666}" destId="{997AEA4A-0E44-40E5-A385-7D114752559D}" srcOrd="0" destOrd="0" presId="urn:microsoft.com/office/officeart/2005/8/layout/hierarchy3"/>
    <dgm:cxn modelId="{66C77582-992E-4612-89D3-CAAF08E2D92F}" srcId="{1FBAAE81-7E69-4AE2-B4B2-47511EA554A0}" destId="{1541EFDC-C611-4AC2-A1FD-56152CDEF0F8}" srcOrd="0" destOrd="0" parTransId="{8B0DF067-769D-4CC8-8423-3739B10A62D9}" sibTransId="{ABB71E48-6B30-4A1D-8EF9-A2791E953CCA}"/>
    <dgm:cxn modelId="{8F9D7BD4-4B42-43FD-A9F2-2BC1DB8E9847}" type="presOf" srcId="{39725F31-9AD3-4C61-BEE1-BF9FE30A547F}" destId="{8F725618-161E-4D31-A831-7E0237EAAD42}" srcOrd="0" destOrd="0" presId="urn:microsoft.com/office/officeart/2005/8/layout/hierarchy3"/>
    <dgm:cxn modelId="{F7F125C1-C9E8-4D2B-9EDC-CAF4DC418F76}" type="presOf" srcId="{1541EFDC-C611-4AC2-A1FD-56152CDEF0F8}" destId="{812225CE-28B7-4D35-8E4E-D8FC9364D1F9}" srcOrd="1" destOrd="0" presId="urn:microsoft.com/office/officeart/2005/8/layout/hierarchy3"/>
    <dgm:cxn modelId="{6BA7D849-91E7-4615-8B2F-024BE7E4356D}" srcId="{1541EFDC-C611-4AC2-A1FD-56152CDEF0F8}" destId="{61CF21A6-9742-442A-90F2-294B7E271730}" srcOrd="4" destOrd="0" parTransId="{F2C57F0F-7FC8-4DBE-98FC-82196FBEEBEA}" sibTransId="{B09E81C1-AFB7-445E-84D2-D6C4529A3A47}"/>
    <dgm:cxn modelId="{9D1AAF8A-21B7-4B7C-9D46-DA1153618683}" type="presOf" srcId="{F820B708-5991-4728-9253-663D0A7597ED}" destId="{DA8A690F-E500-4DF0-9FDE-072145D073D2}" srcOrd="0" destOrd="0" presId="urn:microsoft.com/office/officeart/2005/8/layout/hierarchy3"/>
    <dgm:cxn modelId="{0687B288-DA8A-4CCC-ABF0-16104631F48F}" type="presOf" srcId="{FD596EAD-5791-4489-9534-0C8D06D45B86}" destId="{B20D87AF-4F2B-4280-BC55-B6F24CE01CDA}" srcOrd="0" destOrd="0" presId="urn:microsoft.com/office/officeart/2005/8/layout/hierarchy3"/>
    <dgm:cxn modelId="{F0B764C6-2FCE-463D-9FC6-673FF7CD4624}" type="presOf" srcId="{F80C2213-5E35-4A5E-A639-1985843B4620}" destId="{6BCDF554-0152-4C23-811D-A6805B9A61D1}" srcOrd="0" destOrd="0" presId="urn:microsoft.com/office/officeart/2005/8/layout/hierarchy3"/>
    <dgm:cxn modelId="{36F8DE49-168A-470D-A3E5-9A27980089DB}" type="presOf" srcId="{27EAC9E4-5A91-4479-AFC0-B4E9BB2594B0}" destId="{AF5077CE-5C10-43B0-B87C-CAD71B997BD6}" srcOrd="0" destOrd="0" presId="urn:microsoft.com/office/officeart/2005/8/layout/hierarchy3"/>
    <dgm:cxn modelId="{839CC5BF-0EB4-4AE5-B326-AFE0F70DCB23}" type="presOf" srcId="{61CF21A6-9742-442A-90F2-294B7E271730}" destId="{47A3A3A7-D6F1-4009-8937-E003DD425D8B}" srcOrd="0" destOrd="0" presId="urn:microsoft.com/office/officeart/2005/8/layout/hierarchy3"/>
    <dgm:cxn modelId="{387C3E33-8339-4EBB-AA8B-A87A1532EA3F}" type="presOf" srcId="{1DE56A76-4993-4887-8460-65FA8A5AA490}" destId="{E97F6A05-7D7E-42CF-A025-783C256FF1A4}" srcOrd="0" destOrd="0" presId="urn:microsoft.com/office/officeart/2005/8/layout/hierarchy3"/>
    <dgm:cxn modelId="{603FAB10-98CA-4A39-91B6-AAEC696EE163}" type="presOf" srcId="{1603C9B5-0DC1-4C05-B1B4-4E489196500F}" destId="{D54F1CAC-D3BF-4951-ACB6-92E2EA295FE9}" srcOrd="0" destOrd="0" presId="urn:microsoft.com/office/officeart/2005/8/layout/hierarchy3"/>
    <dgm:cxn modelId="{926BF7DF-8C38-458C-97BB-3EBDFC39FD7D}" srcId="{1541EFDC-C611-4AC2-A1FD-56152CDEF0F8}" destId="{39725F31-9AD3-4C61-BEE1-BF9FE30A547F}" srcOrd="3" destOrd="0" parTransId="{1603C9B5-0DC1-4C05-B1B4-4E489196500F}" sibTransId="{AAC5D74A-3EA6-40E9-AE06-3BC83B810F44}"/>
    <dgm:cxn modelId="{24E3209B-1201-434C-A08B-57801DFDE7B3}" type="presOf" srcId="{F2C57F0F-7FC8-4DBE-98FC-82196FBEEBEA}" destId="{A6F572CF-9B20-4230-B3F7-B98BC7C408E2}" srcOrd="0" destOrd="0" presId="urn:microsoft.com/office/officeart/2005/8/layout/hierarchy3"/>
    <dgm:cxn modelId="{64DF5438-1D1C-4814-95AD-CA150E3365B7}" srcId="{1541EFDC-C611-4AC2-A1FD-56152CDEF0F8}" destId="{B0EF90B9-B7AC-41F4-A8E4-2C416D7BC666}" srcOrd="1" destOrd="0" parTransId="{1DE56A76-4993-4887-8460-65FA8A5AA490}" sibTransId="{63BC5514-881D-4F68-B769-8E8A73172FBF}"/>
    <dgm:cxn modelId="{7EC327F5-DA58-4B28-AB44-CED1E18D09C1}" type="presOf" srcId="{1FBAAE81-7E69-4AE2-B4B2-47511EA554A0}" destId="{6D02269B-5E4A-4628-9EAD-36D338D56642}" srcOrd="0" destOrd="0" presId="urn:microsoft.com/office/officeart/2005/8/layout/hierarchy3"/>
    <dgm:cxn modelId="{B8CDA9C8-D4B1-4130-BBA0-C60BF4C20921}" srcId="{1541EFDC-C611-4AC2-A1FD-56152CDEF0F8}" destId="{F820B708-5991-4728-9253-663D0A7597ED}" srcOrd="0" destOrd="0" parTransId="{27EAC9E4-5A91-4479-AFC0-B4E9BB2594B0}" sibTransId="{85C4EE9C-6DFE-4FAC-B275-F2CE8B7E3167}"/>
    <dgm:cxn modelId="{563DCD4A-701F-45CD-ABF4-BF0DE122D105}" type="presOf" srcId="{1541EFDC-C611-4AC2-A1FD-56152CDEF0F8}" destId="{44119F6D-007C-4223-AF07-678E9D68AA61}" srcOrd="0" destOrd="0" presId="urn:microsoft.com/office/officeart/2005/8/layout/hierarchy3"/>
    <dgm:cxn modelId="{4EC66674-117A-4B81-B8DE-C9159D842F02}" srcId="{1541EFDC-C611-4AC2-A1FD-56152CDEF0F8}" destId="{FD596EAD-5791-4489-9534-0C8D06D45B86}" srcOrd="2" destOrd="0" parTransId="{F80C2213-5E35-4A5E-A639-1985843B4620}" sibTransId="{385135A1-769B-4F5A-811C-FF8765AFAA2C}"/>
    <dgm:cxn modelId="{E311E061-64C7-49A8-A550-3B5A5A87240F}" type="presParOf" srcId="{6D02269B-5E4A-4628-9EAD-36D338D56642}" destId="{F46B08BF-CB8D-4EF0-8878-757AE4C78038}" srcOrd="0" destOrd="0" presId="urn:microsoft.com/office/officeart/2005/8/layout/hierarchy3"/>
    <dgm:cxn modelId="{32F8C7AF-8618-4CCD-9AC5-1C6A527789E7}" type="presParOf" srcId="{F46B08BF-CB8D-4EF0-8878-757AE4C78038}" destId="{B0F025CD-1027-4698-8D14-D5EEE42F339D}" srcOrd="0" destOrd="0" presId="urn:microsoft.com/office/officeart/2005/8/layout/hierarchy3"/>
    <dgm:cxn modelId="{6CE8152B-8F6A-469C-AFAE-9DC6AF3459E2}" type="presParOf" srcId="{B0F025CD-1027-4698-8D14-D5EEE42F339D}" destId="{44119F6D-007C-4223-AF07-678E9D68AA61}" srcOrd="0" destOrd="0" presId="urn:microsoft.com/office/officeart/2005/8/layout/hierarchy3"/>
    <dgm:cxn modelId="{2A2676A9-B18D-4855-AD3B-50973F58E284}" type="presParOf" srcId="{B0F025CD-1027-4698-8D14-D5EEE42F339D}" destId="{812225CE-28B7-4D35-8E4E-D8FC9364D1F9}" srcOrd="1" destOrd="0" presId="urn:microsoft.com/office/officeart/2005/8/layout/hierarchy3"/>
    <dgm:cxn modelId="{DF2CA05A-FA5F-4B91-8EC7-B1A71D1AF778}" type="presParOf" srcId="{F46B08BF-CB8D-4EF0-8878-757AE4C78038}" destId="{DE29907D-B02C-4DC8-AB35-A32FAB9C50C8}" srcOrd="1" destOrd="0" presId="urn:microsoft.com/office/officeart/2005/8/layout/hierarchy3"/>
    <dgm:cxn modelId="{440DE857-F90F-4310-BE5C-671BA0DF4DC4}" type="presParOf" srcId="{DE29907D-B02C-4DC8-AB35-A32FAB9C50C8}" destId="{AF5077CE-5C10-43B0-B87C-CAD71B997BD6}" srcOrd="0" destOrd="0" presId="urn:microsoft.com/office/officeart/2005/8/layout/hierarchy3"/>
    <dgm:cxn modelId="{3AB5118B-3C0C-491D-A5DE-A0776249AF51}" type="presParOf" srcId="{DE29907D-B02C-4DC8-AB35-A32FAB9C50C8}" destId="{DA8A690F-E500-4DF0-9FDE-072145D073D2}" srcOrd="1" destOrd="0" presId="urn:microsoft.com/office/officeart/2005/8/layout/hierarchy3"/>
    <dgm:cxn modelId="{D967D470-114E-40B0-9311-C05BD9FBC0DE}" type="presParOf" srcId="{DE29907D-B02C-4DC8-AB35-A32FAB9C50C8}" destId="{E97F6A05-7D7E-42CF-A025-783C256FF1A4}" srcOrd="2" destOrd="0" presId="urn:microsoft.com/office/officeart/2005/8/layout/hierarchy3"/>
    <dgm:cxn modelId="{49A693EF-5ADF-4433-8D22-16FE7EA8F624}" type="presParOf" srcId="{DE29907D-B02C-4DC8-AB35-A32FAB9C50C8}" destId="{997AEA4A-0E44-40E5-A385-7D114752559D}" srcOrd="3" destOrd="0" presId="urn:microsoft.com/office/officeart/2005/8/layout/hierarchy3"/>
    <dgm:cxn modelId="{6DE7CC04-1656-4586-8F67-3C5A9410AF41}" type="presParOf" srcId="{DE29907D-B02C-4DC8-AB35-A32FAB9C50C8}" destId="{6BCDF554-0152-4C23-811D-A6805B9A61D1}" srcOrd="4" destOrd="0" presId="urn:microsoft.com/office/officeart/2005/8/layout/hierarchy3"/>
    <dgm:cxn modelId="{33A6C25D-4B68-4059-AD8C-41C558FEB328}" type="presParOf" srcId="{DE29907D-B02C-4DC8-AB35-A32FAB9C50C8}" destId="{B20D87AF-4F2B-4280-BC55-B6F24CE01CDA}" srcOrd="5" destOrd="0" presId="urn:microsoft.com/office/officeart/2005/8/layout/hierarchy3"/>
    <dgm:cxn modelId="{76680C67-FC6B-4535-A65C-DC079C237FA9}" type="presParOf" srcId="{DE29907D-B02C-4DC8-AB35-A32FAB9C50C8}" destId="{D54F1CAC-D3BF-4951-ACB6-92E2EA295FE9}" srcOrd="6" destOrd="0" presId="urn:microsoft.com/office/officeart/2005/8/layout/hierarchy3"/>
    <dgm:cxn modelId="{D3730266-51C6-415A-9BF1-184FBFB622C3}" type="presParOf" srcId="{DE29907D-B02C-4DC8-AB35-A32FAB9C50C8}" destId="{8F725618-161E-4D31-A831-7E0237EAAD42}" srcOrd="7" destOrd="0" presId="urn:microsoft.com/office/officeart/2005/8/layout/hierarchy3"/>
    <dgm:cxn modelId="{5CE10E50-62C5-44D1-BC9E-F72B504EED1E}" type="presParOf" srcId="{DE29907D-B02C-4DC8-AB35-A32FAB9C50C8}" destId="{A6F572CF-9B20-4230-B3F7-B98BC7C408E2}" srcOrd="8" destOrd="0" presId="urn:microsoft.com/office/officeart/2005/8/layout/hierarchy3"/>
    <dgm:cxn modelId="{3E55A7EB-D658-42B8-91D9-0E90C731D2EE}" type="presParOf" srcId="{DE29907D-B02C-4DC8-AB35-A32FAB9C50C8}" destId="{47A3A3A7-D6F1-4009-8937-E003DD425D8B}" srcOrd="9" destOrd="0" presId="urn:microsoft.com/office/officeart/2005/8/layout/hierarchy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1FBAAE81-7E69-4AE2-B4B2-47511EA554A0}" type="doc">
      <dgm:prSet loTypeId="urn:microsoft.com/office/officeart/2005/8/layout/hierarchy3" loCatId="hierarchy" qsTypeId="urn:microsoft.com/office/officeart/2005/8/quickstyle/3d1" qsCatId="3D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1541EFDC-C611-4AC2-A1FD-56152CDEF0F8}">
      <dgm:prSet phldrT="[Текст]"/>
      <dgm:spPr/>
      <dgm:t>
        <a:bodyPr/>
        <a:lstStyle/>
        <a:p>
          <a:r>
            <a:rPr lang="ru-RU" dirty="0" smtClean="0">
              <a:solidFill>
                <a:schemeClr val="bg1"/>
              </a:solidFill>
              <a:latin typeface="+mj-lt"/>
            </a:rPr>
            <a:t>Вкладка «Робот»</a:t>
          </a:r>
          <a:endParaRPr lang="ru-RU" dirty="0">
            <a:solidFill>
              <a:schemeClr val="bg1"/>
            </a:solidFill>
            <a:latin typeface="+mj-lt"/>
          </a:endParaRPr>
        </a:p>
      </dgm:t>
    </dgm:pt>
    <dgm:pt modelId="{8B0DF067-769D-4CC8-8423-3739B10A62D9}" type="parTrans" cxnId="{66C77582-992E-4612-89D3-CAAF08E2D92F}">
      <dgm:prSet/>
      <dgm:spPr/>
      <dgm:t>
        <a:bodyPr/>
        <a:lstStyle/>
        <a:p>
          <a:endParaRPr lang="ru-RU">
            <a:latin typeface="+mj-lt"/>
          </a:endParaRPr>
        </a:p>
      </dgm:t>
    </dgm:pt>
    <dgm:pt modelId="{ABB71E48-6B30-4A1D-8EF9-A2791E953CCA}" type="sibTrans" cxnId="{66C77582-992E-4612-89D3-CAAF08E2D92F}">
      <dgm:prSet/>
      <dgm:spPr/>
      <dgm:t>
        <a:bodyPr/>
        <a:lstStyle/>
        <a:p>
          <a:endParaRPr lang="ru-RU">
            <a:latin typeface="+mj-lt"/>
          </a:endParaRPr>
        </a:p>
      </dgm:t>
    </dgm:pt>
    <dgm:pt modelId="{F820B708-5991-4728-9253-663D0A7597ED}">
      <dgm:prSet phldrT="[Текст]" custT="1"/>
      <dgm:spPr/>
      <dgm:t>
        <a:bodyPr/>
        <a:lstStyle/>
        <a:p>
          <a:pPr algn="l"/>
          <a:r>
            <a:rPr lang="ru-RU" sz="1600" dirty="0" smtClean="0">
              <a:latin typeface="+mj-lt"/>
            </a:rPr>
            <a:t>Просмотр доступных устройств и подключение к роботу для дальнейшей работы</a:t>
          </a:r>
          <a:endParaRPr lang="ru-RU" sz="1600" i="1" dirty="0">
            <a:latin typeface="+mj-lt"/>
          </a:endParaRPr>
        </a:p>
      </dgm:t>
    </dgm:pt>
    <dgm:pt modelId="{27EAC9E4-5A91-4479-AFC0-B4E9BB2594B0}" type="parTrans" cxnId="{B8CDA9C8-D4B1-4130-BBA0-C60BF4C20921}">
      <dgm:prSet/>
      <dgm:spPr/>
      <dgm:t>
        <a:bodyPr/>
        <a:lstStyle/>
        <a:p>
          <a:endParaRPr lang="ru-RU">
            <a:latin typeface="+mj-lt"/>
          </a:endParaRPr>
        </a:p>
      </dgm:t>
    </dgm:pt>
    <dgm:pt modelId="{85C4EE9C-6DFE-4FAC-B275-F2CE8B7E3167}" type="sibTrans" cxnId="{B8CDA9C8-D4B1-4130-BBA0-C60BF4C20921}">
      <dgm:prSet/>
      <dgm:spPr/>
      <dgm:t>
        <a:bodyPr/>
        <a:lstStyle/>
        <a:p>
          <a:endParaRPr lang="ru-RU">
            <a:latin typeface="+mj-lt"/>
          </a:endParaRPr>
        </a:p>
      </dgm:t>
    </dgm:pt>
    <dgm:pt modelId="{6D02269B-5E4A-4628-9EAD-36D338D56642}" type="pres">
      <dgm:prSet presAssocID="{1FBAAE81-7E69-4AE2-B4B2-47511EA554A0}" presName="diagram" presStyleCnt="0">
        <dgm:presLayoutVars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ru-RU"/>
        </a:p>
      </dgm:t>
    </dgm:pt>
    <dgm:pt modelId="{F46B08BF-CB8D-4EF0-8878-757AE4C78038}" type="pres">
      <dgm:prSet presAssocID="{1541EFDC-C611-4AC2-A1FD-56152CDEF0F8}" presName="root" presStyleCnt="0"/>
      <dgm:spPr/>
      <dgm:t>
        <a:bodyPr/>
        <a:lstStyle/>
        <a:p>
          <a:endParaRPr lang="ru-RU"/>
        </a:p>
      </dgm:t>
    </dgm:pt>
    <dgm:pt modelId="{B0F025CD-1027-4698-8D14-D5EEE42F339D}" type="pres">
      <dgm:prSet presAssocID="{1541EFDC-C611-4AC2-A1FD-56152CDEF0F8}" presName="rootComposite" presStyleCnt="0"/>
      <dgm:spPr/>
      <dgm:t>
        <a:bodyPr/>
        <a:lstStyle/>
        <a:p>
          <a:endParaRPr lang="ru-RU"/>
        </a:p>
      </dgm:t>
    </dgm:pt>
    <dgm:pt modelId="{44119F6D-007C-4223-AF07-678E9D68AA61}" type="pres">
      <dgm:prSet presAssocID="{1541EFDC-C611-4AC2-A1FD-56152CDEF0F8}" presName="rootText" presStyleLbl="node1" presStyleIdx="0" presStyleCnt="1" custScaleX="534523" custLinFactNeighborX="-70873"/>
      <dgm:spPr/>
      <dgm:t>
        <a:bodyPr/>
        <a:lstStyle/>
        <a:p>
          <a:endParaRPr lang="ru-RU"/>
        </a:p>
      </dgm:t>
    </dgm:pt>
    <dgm:pt modelId="{812225CE-28B7-4D35-8E4E-D8FC9364D1F9}" type="pres">
      <dgm:prSet presAssocID="{1541EFDC-C611-4AC2-A1FD-56152CDEF0F8}" presName="rootConnector" presStyleLbl="node1" presStyleIdx="0" presStyleCnt="1"/>
      <dgm:spPr/>
      <dgm:t>
        <a:bodyPr/>
        <a:lstStyle/>
        <a:p>
          <a:endParaRPr lang="ru-RU"/>
        </a:p>
      </dgm:t>
    </dgm:pt>
    <dgm:pt modelId="{DE29907D-B02C-4DC8-AB35-A32FAB9C50C8}" type="pres">
      <dgm:prSet presAssocID="{1541EFDC-C611-4AC2-A1FD-56152CDEF0F8}" presName="childShape" presStyleCnt="0"/>
      <dgm:spPr/>
      <dgm:t>
        <a:bodyPr/>
        <a:lstStyle/>
        <a:p>
          <a:endParaRPr lang="ru-RU"/>
        </a:p>
      </dgm:t>
    </dgm:pt>
    <dgm:pt modelId="{AF5077CE-5C10-43B0-B87C-CAD71B997BD6}" type="pres">
      <dgm:prSet presAssocID="{27EAC9E4-5A91-4479-AFC0-B4E9BB2594B0}" presName="Name13" presStyleLbl="parChTrans1D2" presStyleIdx="0" presStyleCnt="1"/>
      <dgm:spPr/>
      <dgm:t>
        <a:bodyPr/>
        <a:lstStyle/>
        <a:p>
          <a:endParaRPr lang="ru-RU"/>
        </a:p>
      </dgm:t>
    </dgm:pt>
    <dgm:pt modelId="{DA8A690F-E500-4DF0-9FDE-072145D073D2}" type="pres">
      <dgm:prSet presAssocID="{F820B708-5991-4728-9253-663D0A7597ED}" presName="childText" presStyleLbl="bgAcc1" presStyleIdx="0" presStyleCnt="1" custScaleX="556212" custScaleY="96819" custLinFactNeighborX="-36210" custLinFactNeighborY="6012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563DCD4A-701F-45CD-ABF4-BF0DE122D105}" type="presOf" srcId="{1541EFDC-C611-4AC2-A1FD-56152CDEF0F8}" destId="{44119F6D-007C-4223-AF07-678E9D68AA61}" srcOrd="0" destOrd="0" presId="urn:microsoft.com/office/officeart/2005/8/layout/hierarchy3"/>
    <dgm:cxn modelId="{66C77582-992E-4612-89D3-CAAF08E2D92F}" srcId="{1FBAAE81-7E69-4AE2-B4B2-47511EA554A0}" destId="{1541EFDC-C611-4AC2-A1FD-56152CDEF0F8}" srcOrd="0" destOrd="0" parTransId="{8B0DF067-769D-4CC8-8423-3739B10A62D9}" sibTransId="{ABB71E48-6B30-4A1D-8EF9-A2791E953CCA}"/>
    <dgm:cxn modelId="{9D1AAF8A-21B7-4B7C-9D46-DA1153618683}" type="presOf" srcId="{F820B708-5991-4728-9253-663D0A7597ED}" destId="{DA8A690F-E500-4DF0-9FDE-072145D073D2}" srcOrd="0" destOrd="0" presId="urn:microsoft.com/office/officeart/2005/8/layout/hierarchy3"/>
    <dgm:cxn modelId="{36F8DE49-168A-470D-A3E5-9A27980089DB}" type="presOf" srcId="{27EAC9E4-5A91-4479-AFC0-B4E9BB2594B0}" destId="{AF5077CE-5C10-43B0-B87C-CAD71B997BD6}" srcOrd="0" destOrd="0" presId="urn:microsoft.com/office/officeart/2005/8/layout/hierarchy3"/>
    <dgm:cxn modelId="{B8CDA9C8-D4B1-4130-BBA0-C60BF4C20921}" srcId="{1541EFDC-C611-4AC2-A1FD-56152CDEF0F8}" destId="{F820B708-5991-4728-9253-663D0A7597ED}" srcOrd="0" destOrd="0" parTransId="{27EAC9E4-5A91-4479-AFC0-B4E9BB2594B0}" sibTransId="{85C4EE9C-6DFE-4FAC-B275-F2CE8B7E3167}"/>
    <dgm:cxn modelId="{F7F125C1-C9E8-4D2B-9EDC-CAF4DC418F76}" type="presOf" srcId="{1541EFDC-C611-4AC2-A1FD-56152CDEF0F8}" destId="{812225CE-28B7-4D35-8E4E-D8FC9364D1F9}" srcOrd="1" destOrd="0" presId="urn:microsoft.com/office/officeart/2005/8/layout/hierarchy3"/>
    <dgm:cxn modelId="{7EC327F5-DA58-4B28-AB44-CED1E18D09C1}" type="presOf" srcId="{1FBAAE81-7E69-4AE2-B4B2-47511EA554A0}" destId="{6D02269B-5E4A-4628-9EAD-36D338D56642}" srcOrd="0" destOrd="0" presId="urn:microsoft.com/office/officeart/2005/8/layout/hierarchy3"/>
    <dgm:cxn modelId="{E311E061-64C7-49A8-A550-3B5A5A87240F}" type="presParOf" srcId="{6D02269B-5E4A-4628-9EAD-36D338D56642}" destId="{F46B08BF-CB8D-4EF0-8878-757AE4C78038}" srcOrd="0" destOrd="0" presId="urn:microsoft.com/office/officeart/2005/8/layout/hierarchy3"/>
    <dgm:cxn modelId="{32F8C7AF-8618-4CCD-9AC5-1C6A527789E7}" type="presParOf" srcId="{F46B08BF-CB8D-4EF0-8878-757AE4C78038}" destId="{B0F025CD-1027-4698-8D14-D5EEE42F339D}" srcOrd="0" destOrd="0" presId="urn:microsoft.com/office/officeart/2005/8/layout/hierarchy3"/>
    <dgm:cxn modelId="{6CE8152B-8F6A-469C-AFAE-9DC6AF3459E2}" type="presParOf" srcId="{B0F025CD-1027-4698-8D14-D5EEE42F339D}" destId="{44119F6D-007C-4223-AF07-678E9D68AA61}" srcOrd="0" destOrd="0" presId="urn:microsoft.com/office/officeart/2005/8/layout/hierarchy3"/>
    <dgm:cxn modelId="{2A2676A9-B18D-4855-AD3B-50973F58E284}" type="presParOf" srcId="{B0F025CD-1027-4698-8D14-D5EEE42F339D}" destId="{812225CE-28B7-4D35-8E4E-D8FC9364D1F9}" srcOrd="1" destOrd="0" presId="urn:microsoft.com/office/officeart/2005/8/layout/hierarchy3"/>
    <dgm:cxn modelId="{DF2CA05A-FA5F-4B91-8EC7-B1A71D1AF778}" type="presParOf" srcId="{F46B08BF-CB8D-4EF0-8878-757AE4C78038}" destId="{DE29907D-B02C-4DC8-AB35-A32FAB9C50C8}" srcOrd="1" destOrd="0" presId="urn:microsoft.com/office/officeart/2005/8/layout/hierarchy3"/>
    <dgm:cxn modelId="{440DE857-F90F-4310-BE5C-671BA0DF4DC4}" type="presParOf" srcId="{DE29907D-B02C-4DC8-AB35-A32FAB9C50C8}" destId="{AF5077CE-5C10-43B0-B87C-CAD71B997BD6}" srcOrd="0" destOrd="0" presId="urn:microsoft.com/office/officeart/2005/8/layout/hierarchy3"/>
    <dgm:cxn modelId="{3AB5118B-3C0C-491D-A5DE-A0776249AF51}" type="presParOf" srcId="{DE29907D-B02C-4DC8-AB35-A32FAB9C50C8}" destId="{DA8A690F-E500-4DF0-9FDE-072145D073D2}" srcOrd="1" destOrd="0" presId="urn:microsoft.com/office/officeart/2005/8/layout/hierarchy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1FBAAE81-7E69-4AE2-B4B2-47511EA554A0}" type="doc">
      <dgm:prSet loTypeId="urn:microsoft.com/office/officeart/2005/8/layout/hierarchy3" loCatId="hierarchy" qsTypeId="urn:microsoft.com/office/officeart/2005/8/quickstyle/3d1" qsCatId="3D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1541EFDC-C611-4AC2-A1FD-56152CDEF0F8}">
      <dgm:prSet phldrT="[Текст]" custT="1"/>
      <dgm:spPr/>
      <dgm:t>
        <a:bodyPr/>
        <a:lstStyle/>
        <a:p>
          <a:r>
            <a:rPr lang="ru-RU" sz="3000" dirty="0" smtClean="0">
              <a:solidFill>
                <a:schemeClr val="bg1"/>
              </a:solidFill>
              <a:latin typeface="+mj-lt"/>
            </a:rPr>
            <a:t>Окно работы с выбранным роботом</a:t>
          </a:r>
          <a:endParaRPr lang="ru-RU" sz="3000" dirty="0">
            <a:solidFill>
              <a:schemeClr val="bg1"/>
            </a:solidFill>
            <a:latin typeface="+mj-lt"/>
          </a:endParaRPr>
        </a:p>
      </dgm:t>
    </dgm:pt>
    <dgm:pt modelId="{8B0DF067-769D-4CC8-8423-3739B10A62D9}" type="parTrans" cxnId="{66C77582-992E-4612-89D3-CAAF08E2D92F}">
      <dgm:prSet/>
      <dgm:spPr/>
      <dgm:t>
        <a:bodyPr/>
        <a:lstStyle/>
        <a:p>
          <a:endParaRPr lang="ru-RU">
            <a:latin typeface="+mj-lt"/>
          </a:endParaRPr>
        </a:p>
      </dgm:t>
    </dgm:pt>
    <dgm:pt modelId="{ABB71E48-6B30-4A1D-8EF9-A2791E953CCA}" type="sibTrans" cxnId="{66C77582-992E-4612-89D3-CAAF08E2D92F}">
      <dgm:prSet/>
      <dgm:spPr/>
      <dgm:t>
        <a:bodyPr/>
        <a:lstStyle/>
        <a:p>
          <a:endParaRPr lang="ru-RU">
            <a:latin typeface="+mj-lt"/>
          </a:endParaRPr>
        </a:p>
      </dgm:t>
    </dgm:pt>
    <dgm:pt modelId="{F820B708-5991-4728-9253-663D0A7597ED}">
      <dgm:prSet phldrT="[Текст]" custT="1"/>
      <dgm:spPr/>
      <dgm:t>
        <a:bodyPr/>
        <a:lstStyle/>
        <a:p>
          <a:pPr algn="l"/>
          <a:r>
            <a:rPr lang="ru-RU" sz="1600" dirty="0" smtClean="0">
              <a:latin typeface="+mj-lt"/>
            </a:rPr>
            <a:t>Просмотр информации о роботе</a:t>
          </a:r>
          <a:endParaRPr lang="ru-RU" sz="1600" i="1" dirty="0">
            <a:latin typeface="+mj-lt"/>
          </a:endParaRPr>
        </a:p>
      </dgm:t>
    </dgm:pt>
    <dgm:pt modelId="{27EAC9E4-5A91-4479-AFC0-B4E9BB2594B0}" type="parTrans" cxnId="{B8CDA9C8-D4B1-4130-BBA0-C60BF4C20921}">
      <dgm:prSet/>
      <dgm:spPr/>
      <dgm:t>
        <a:bodyPr/>
        <a:lstStyle/>
        <a:p>
          <a:endParaRPr lang="ru-RU">
            <a:latin typeface="+mj-lt"/>
          </a:endParaRPr>
        </a:p>
      </dgm:t>
    </dgm:pt>
    <dgm:pt modelId="{85C4EE9C-6DFE-4FAC-B275-F2CE8B7E3167}" type="sibTrans" cxnId="{B8CDA9C8-D4B1-4130-BBA0-C60BF4C20921}">
      <dgm:prSet/>
      <dgm:spPr/>
      <dgm:t>
        <a:bodyPr/>
        <a:lstStyle/>
        <a:p>
          <a:endParaRPr lang="ru-RU">
            <a:latin typeface="+mj-lt"/>
          </a:endParaRPr>
        </a:p>
      </dgm:t>
    </dgm:pt>
    <dgm:pt modelId="{FD596EAD-5791-4489-9534-0C8D06D45B86}">
      <dgm:prSet phldrT="[Текст]" custT="1"/>
      <dgm:spPr/>
      <dgm:t>
        <a:bodyPr/>
        <a:lstStyle/>
        <a:p>
          <a:pPr algn="l"/>
          <a:r>
            <a:rPr lang="ru-RU" sz="1600" dirty="0" smtClean="0">
              <a:latin typeface="+mj-lt"/>
            </a:rPr>
            <a:t>«</a:t>
          </a:r>
          <a:r>
            <a:rPr lang="ru-RU" sz="1600" b="1" dirty="0" smtClean="0">
              <a:latin typeface="+mj-lt"/>
            </a:rPr>
            <a:t>Получить данные»:</a:t>
          </a:r>
          <a:r>
            <a:rPr lang="ru-RU" sz="1600" dirty="0" smtClean="0">
              <a:latin typeface="+mj-lt"/>
            </a:rPr>
            <a:t> загрузка в приложение найденных мест и отображение их на карте </a:t>
          </a:r>
          <a:endParaRPr lang="ru-RU" sz="1600" dirty="0">
            <a:latin typeface="+mj-lt"/>
          </a:endParaRPr>
        </a:p>
      </dgm:t>
    </dgm:pt>
    <dgm:pt modelId="{F80C2213-5E35-4A5E-A639-1985843B4620}" type="parTrans" cxnId="{4EC66674-117A-4B81-B8DE-C9159D842F02}">
      <dgm:prSet/>
      <dgm:spPr/>
      <dgm:t>
        <a:bodyPr/>
        <a:lstStyle/>
        <a:p>
          <a:endParaRPr lang="ru-RU">
            <a:latin typeface="+mj-lt"/>
          </a:endParaRPr>
        </a:p>
      </dgm:t>
    </dgm:pt>
    <dgm:pt modelId="{385135A1-769B-4F5A-811C-FF8765AFAA2C}" type="sibTrans" cxnId="{4EC66674-117A-4B81-B8DE-C9159D842F02}">
      <dgm:prSet/>
      <dgm:spPr/>
      <dgm:t>
        <a:bodyPr/>
        <a:lstStyle/>
        <a:p>
          <a:endParaRPr lang="ru-RU">
            <a:latin typeface="+mj-lt"/>
          </a:endParaRPr>
        </a:p>
      </dgm:t>
    </dgm:pt>
    <dgm:pt modelId="{39725F31-9AD3-4C61-BEE1-BF9FE30A547F}">
      <dgm:prSet phldrT="[Текст]" custT="1"/>
      <dgm:spPr/>
      <dgm:t>
        <a:bodyPr/>
        <a:lstStyle/>
        <a:p>
          <a:pPr algn="l"/>
          <a:r>
            <a:rPr lang="ru-RU" sz="1600" dirty="0" smtClean="0">
              <a:latin typeface="+mj-lt"/>
            </a:rPr>
            <a:t>«</a:t>
          </a:r>
          <a:r>
            <a:rPr lang="ru-RU" sz="1600" b="1" dirty="0" smtClean="0">
              <a:latin typeface="+mj-lt"/>
            </a:rPr>
            <a:t>Загрузить карту</a:t>
          </a:r>
          <a:r>
            <a:rPr lang="ru-RU" sz="1600" dirty="0" smtClean="0">
              <a:latin typeface="+mj-lt"/>
            </a:rPr>
            <a:t>»: загрузить область поиска (откроется новое диалоговое окно для выбора карты)</a:t>
          </a:r>
          <a:endParaRPr lang="ru-RU" sz="1600" dirty="0">
            <a:latin typeface="+mj-lt"/>
          </a:endParaRPr>
        </a:p>
      </dgm:t>
    </dgm:pt>
    <dgm:pt modelId="{1603C9B5-0DC1-4C05-B1B4-4E489196500F}" type="parTrans" cxnId="{926BF7DF-8C38-458C-97BB-3EBDFC39FD7D}">
      <dgm:prSet/>
      <dgm:spPr/>
      <dgm:t>
        <a:bodyPr/>
        <a:lstStyle/>
        <a:p>
          <a:endParaRPr lang="ru-RU"/>
        </a:p>
      </dgm:t>
    </dgm:pt>
    <dgm:pt modelId="{AAC5D74A-3EA6-40E9-AE06-3BC83B810F44}" type="sibTrans" cxnId="{926BF7DF-8C38-458C-97BB-3EBDFC39FD7D}">
      <dgm:prSet/>
      <dgm:spPr/>
      <dgm:t>
        <a:bodyPr/>
        <a:lstStyle/>
        <a:p>
          <a:endParaRPr lang="ru-RU"/>
        </a:p>
      </dgm:t>
    </dgm:pt>
    <dgm:pt modelId="{6D02269B-5E4A-4628-9EAD-36D338D56642}" type="pres">
      <dgm:prSet presAssocID="{1FBAAE81-7E69-4AE2-B4B2-47511EA554A0}" presName="diagram" presStyleCnt="0">
        <dgm:presLayoutVars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ru-RU"/>
        </a:p>
      </dgm:t>
    </dgm:pt>
    <dgm:pt modelId="{F46B08BF-CB8D-4EF0-8878-757AE4C78038}" type="pres">
      <dgm:prSet presAssocID="{1541EFDC-C611-4AC2-A1FD-56152CDEF0F8}" presName="root" presStyleCnt="0"/>
      <dgm:spPr/>
      <dgm:t>
        <a:bodyPr/>
        <a:lstStyle/>
        <a:p>
          <a:endParaRPr lang="ru-RU"/>
        </a:p>
      </dgm:t>
    </dgm:pt>
    <dgm:pt modelId="{B0F025CD-1027-4698-8D14-D5EEE42F339D}" type="pres">
      <dgm:prSet presAssocID="{1541EFDC-C611-4AC2-A1FD-56152CDEF0F8}" presName="rootComposite" presStyleCnt="0"/>
      <dgm:spPr/>
      <dgm:t>
        <a:bodyPr/>
        <a:lstStyle/>
        <a:p>
          <a:endParaRPr lang="ru-RU"/>
        </a:p>
      </dgm:t>
    </dgm:pt>
    <dgm:pt modelId="{44119F6D-007C-4223-AF07-678E9D68AA61}" type="pres">
      <dgm:prSet presAssocID="{1541EFDC-C611-4AC2-A1FD-56152CDEF0F8}" presName="rootText" presStyleLbl="node1" presStyleIdx="0" presStyleCnt="1" custScaleX="396086" custScaleY="70585" custLinFactNeighborX="-56" custLinFactNeighborY="-13630"/>
      <dgm:spPr/>
      <dgm:t>
        <a:bodyPr/>
        <a:lstStyle/>
        <a:p>
          <a:endParaRPr lang="ru-RU"/>
        </a:p>
      </dgm:t>
    </dgm:pt>
    <dgm:pt modelId="{812225CE-28B7-4D35-8E4E-D8FC9364D1F9}" type="pres">
      <dgm:prSet presAssocID="{1541EFDC-C611-4AC2-A1FD-56152CDEF0F8}" presName="rootConnector" presStyleLbl="node1" presStyleIdx="0" presStyleCnt="1"/>
      <dgm:spPr/>
      <dgm:t>
        <a:bodyPr/>
        <a:lstStyle/>
        <a:p>
          <a:endParaRPr lang="ru-RU"/>
        </a:p>
      </dgm:t>
    </dgm:pt>
    <dgm:pt modelId="{DE29907D-B02C-4DC8-AB35-A32FAB9C50C8}" type="pres">
      <dgm:prSet presAssocID="{1541EFDC-C611-4AC2-A1FD-56152CDEF0F8}" presName="childShape" presStyleCnt="0"/>
      <dgm:spPr/>
      <dgm:t>
        <a:bodyPr/>
        <a:lstStyle/>
        <a:p>
          <a:endParaRPr lang="ru-RU"/>
        </a:p>
      </dgm:t>
    </dgm:pt>
    <dgm:pt modelId="{AF5077CE-5C10-43B0-B87C-CAD71B997BD6}" type="pres">
      <dgm:prSet presAssocID="{27EAC9E4-5A91-4479-AFC0-B4E9BB2594B0}" presName="Name13" presStyleLbl="parChTrans1D2" presStyleIdx="0" presStyleCnt="3"/>
      <dgm:spPr/>
      <dgm:t>
        <a:bodyPr/>
        <a:lstStyle/>
        <a:p>
          <a:endParaRPr lang="ru-RU"/>
        </a:p>
      </dgm:t>
    </dgm:pt>
    <dgm:pt modelId="{DA8A690F-E500-4DF0-9FDE-072145D073D2}" type="pres">
      <dgm:prSet presAssocID="{F820B708-5991-4728-9253-663D0A7597ED}" presName="childText" presStyleLbl="bgAcc1" presStyleIdx="0" presStyleCnt="3" custScaleX="410900" custScaleY="70435" custLinFactNeighborX="-42040" custLinFactNeighborY="-506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6BCDF554-0152-4C23-811D-A6805B9A61D1}" type="pres">
      <dgm:prSet presAssocID="{F80C2213-5E35-4A5E-A639-1985843B4620}" presName="Name13" presStyleLbl="parChTrans1D2" presStyleIdx="1" presStyleCnt="3"/>
      <dgm:spPr/>
      <dgm:t>
        <a:bodyPr/>
        <a:lstStyle/>
        <a:p>
          <a:endParaRPr lang="ru-RU"/>
        </a:p>
      </dgm:t>
    </dgm:pt>
    <dgm:pt modelId="{B20D87AF-4F2B-4280-BC55-B6F24CE01CDA}" type="pres">
      <dgm:prSet presAssocID="{FD596EAD-5791-4489-9534-0C8D06D45B86}" presName="childText" presStyleLbl="bgAcc1" presStyleIdx="1" presStyleCnt="3" custScaleX="410900" custScaleY="75800" custLinFactNeighborX="-42040" custLinFactNeighborY="1293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D54F1CAC-D3BF-4951-ACB6-92E2EA295FE9}" type="pres">
      <dgm:prSet presAssocID="{1603C9B5-0DC1-4C05-B1B4-4E489196500F}" presName="Name13" presStyleLbl="parChTrans1D2" presStyleIdx="2" presStyleCnt="3"/>
      <dgm:spPr/>
      <dgm:t>
        <a:bodyPr/>
        <a:lstStyle/>
        <a:p>
          <a:endParaRPr lang="ru-RU"/>
        </a:p>
      </dgm:t>
    </dgm:pt>
    <dgm:pt modelId="{8F725618-161E-4D31-A831-7E0237EAAD42}" type="pres">
      <dgm:prSet presAssocID="{39725F31-9AD3-4C61-BEE1-BF9FE30A547F}" presName="childText" presStyleLbl="bgAcc1" presStyleIdx="2" presStyleCnt="3" custScaleX="410900" custScaleY="75800" custLinFactNeighborX="-42040" custLinFactNeighborY="169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66C77582-992E-4612-89D3-CAAF08E2D92F}" srcId="{1FBAAE81-7E69-4AE2-B4B2-47511EA554A0}" destId="{1541EFDC-C611-4AC2-A1FD-56152CDEF0F8}" srcOrd="0" destOrd="0" parTransId="{8B0DF067-769D-4CC8-8423-3739B10A62D9}" sibTransId="{ABB71E48-6B30-4A1D-8EF9-A2791E953CCA}"/>
    <dgm:cxn modelId="{8F9D7BD4-4B42-43FD-A9F2-2BC1DB8E9847}" type="presOf" srcId="{39725F31-9AD3-4C61-BEE1-BF9FE30A547F}" destId="{8F725618-161E-4D31-A831-7E0237EAAD42}" srcOrd="0" destOrd="0" presId="urn:microsoft.com/office/officeart/2005/8/layout/hierarchy3"/>
    <dgm:cxn modelId="{F7F125C1-C9E8-4D2B-9EDC-CAF4DC418F76}" type="presOf" srcId="{1541EFDC-C611-4AC2-A1FD-56152CDEF0F8}" destId="{812225CE-28B7-4D35-8E4E-D8FC9364D1F9}" srcOrd="1" destOrd="0" presId="urn:microsoft.com/office/officeart/2005/8/layout/hierarchy3"/>
    <dgm:cxn modelId="{9D1AAF8A-21B7-4B7C-9D46-DA1153618683}" type="presOf" srcId="{F820B708-5991-4728-9253-663D0A7597ED}" destId="{DA8A690F-E500-4DF0-9FDE-072145D073D2}" srcOrd="0" destOrd="0" presId="urn:microsoft.com/office/officeart/2005/8/layout/hierarchy3"/>
    <dgm:cxn modelId="{0687B288-DA8A-4CCC-ABF0-16104631F48F}" type="presOf" srcId="{FD596EAD-5791-4489-9534-0C8D06D45B86}" destId="{B20D87AF-4F2B-4280-BC55-B6F24CE01CDA}" srcOrd="0" destOrd="0" presId="urn:microsoft.com/office/officeart/2005/8/layout/hierarchy3"/>
    <dgm:cxn modelId="{F0B764C6-2FCE-463D-9FC6-673FF7CD4624}" type="presOf" srcId="{F80C2213-5E35-4A5E-A639-1985843B4620}" destId="{6BCDF554-0152-4C23-811D-A6805B9A61D1}" srcOrd="0" destOrd="0" presId="urn:microsoft.com/office/officeart/2005/8/layout/hierarchy3"/>
    <dgm:cxn modelId="{36F8DE49-168A-470D-A3E5-9A27980089DB}" type="presOf" srcId="{27EAC9E4-5A91-4479-AFC0-B4E9BB2594B0}" destId="{AF5077CE-5C10-43B0-B87C-CAD71B997BD6}" srcOrd="0" destOrd="0" presId="urn:microsoft.com/office/officeart/2005/8/layout/hierarchy3"/>
    <dgm:cxn modelId="{603FAB10-98CA-4A39-91B6-AAEC696EE163}" type="presOf" srcId="{1603C9B5-0DC1-4C05-B1B4-4E489196500F}" destId="{D54F1CAC-D3BF-4951-ACB6-92E2EA295FE9}" srcOrd="0" destOrd="0" presId="urn:microsoft.com/office/officeart/2005/8/layout/hierarchy3"/>
    <dgm:cxn modelId="{926BF7DF-8C38-458C-97BB-3EBDFC39FD7D}" srcId="{1541EFDC-C611-4AC2-A1FD-56152CDEF0F8}" destId="{39725F31-9AD3-4C61-BEE1-BF9FE30A547F}" srcOrd="2" destOrd="0" parTransId="{1603C9B5-0DC1-4C05-B1B4-4E489196500F}" sibTransId="{AAC5D74A-3EA6-40E9-AE06-3BC83B810F44}"/>
    <dgm:cxn modelId="{7EC327F5-DA58-4B28-AB44-CED1E18D09C1}" type="presOf" srcId="{1FBAAE81-7E69-4AE2-B4B2-47511EA554A0}" destId="{6D02269B-5E4A-4628-9EAD-36D338D56642}" srcOrd="0" destOrd="0" presId="urn:microsoft.com/office/officeart/2005/8/layout/hierarchy3"/>
    <dgm:cxn modelId="{B8CDA9C8-D4B1-4130-BBA0-C60BF4C20921}" srcId="{1541EFDC-C611-4AC2-A1FD-56152CDEF0F8}" destId="{F820B708-5991-4728-9253-663D0A7597ED}" srcOrd="0" destOrd="0" parTransId="{27EAC9E4-5A91-4479-AFC0-B4E9BB2594B0}" sibTransId="{85C4EE9C-6DFE-4FAC-B275-F2CE8B7E3167}"/>
    <dgm:cxn modelId="{563DCD4A-701F-45CD-ABF4-BF0DE122D105}" type="presOf" srcId="{1541EFDC-C611-4AC2-A1FD-56152CDEF0F8}" destId="{44119F6D-007C-4223-AF07-678E9D68AA61}" srcOrd="0" destOrd="0" presId="urn:microsoft.com/office/officeart/2005/8/layout/hierarchy3"/>
    <dgm:cxn modelId="{4EC66674-117A-4B81-B8DE-C9159D842F02}" srcId="{1541EFDC-C611-4AC2-A1FD-56152CDEF0F8}" destId="{FD596EAD-5791-4489-9534-0C8D06D45B86}" srcOrd="1" destOrd="0" parTransId="{F80C2213-5E35-4A5E-A639-1985843B4620}" sibTransId="{385135A1-769B-4F5A-811C-FF8765AFAA2C}"/>
    <dgm:cxn modelId="{E311E061-64C7-49A8-A550-3B5A5A87240F}" type="presParOf" srcId="{6D02269B-5E4A-4628-9EAD-36D338D56642}" destId="{F46B08BF-CB8D-4EF0-8878-757AE4C78038}" srcOrd="0" destOrd="0" presId="urn:microsoft.com/office/officeart/2005/8/layout/hierarchy3"/>
    <dgm:cxn modelId="{32F8C7AF-8618-4CCD-9AC5-1C6A527789E7}" type="presParOf" srcId="{F46B08BF-CB8D-4EF0-8878-757AE4C78038}" destId="{B0F025CD-1027-4698-8D14-D5EEE42F339D}" srcOrd="0" destOrd="0" presId="urn:microsoft.com/office/officeart/2005/8/layout/hierarchy3"/>
    <dgm:cxn modelId="{6CE8152B-8F6A-469C-AFAE-9DC6AF3459E2}" type="presParOf" srcId="{B0F025CD-1027-4698-8D14-D5EEE42F339D}" destId="{44119F6D-007C-4223-AF07-678E9D68AA61}" srcOrd="0" destOrd="0" presId="urn:microsoft.com/office/officeart/2005/8/layout/hierarchy3"/>
    <dgm:cxn modelId="{2A2676A9-B18D-4855-AD3B-50973F58E284}" type="presParOf" srcId="{B0F025CD-1027-4698-8D14-D5EEE42F339D}" destId="{812225CE-28B7-4D35-8E4E-D8FC9364D1F9}" srcOrd="1" destOrd="0" presId="urn:microsoft.com/office/officeart/2005/8/layout/hierarchy3"/>
    <dgm:cxn modelId="{DF2CA05A-FA5F-4B91-8EC7-B1A71D1AF778}" type="presParOf" srcId="{F46B08BF-CB8D-4EF0-8878-757AE4C78038}" destId="{DE29907D-B02C-4DC8-AB35-A32FAB9C50C8}" srcOrd="1" destOrd="0" presId="urn:microsoft.com/office/officeart/2005/8/layout/hierarchy3"/>
    <dgm:cxn modelId="{440DE857-F90F-4310-BE5C-671BA0DF4DC4}" type="presParOf" srcId="{DE29907D-B02C-4DC8-AB35-A32FAB9C50C8}" destId="{AF5077CE-5C10-43B0-B87C-CAD71B997BD6}" srcOrd="0" destOrd="0" presId="urn:microsoft.com/office/officeart/2005/8/layout/hierarchy3"/>
    <dgm:cxn modelId="{3AB5118B-3C0C-491D-A5DE-A0776249AF51}" type="presParOf" srcId="{DE29907D-B02C-4DC8-AB35-A32FAB9C50C8}" destId="{DA8A690F-E500-4DF0-9FDE-072145D073D2}" srcOrd="1" destOrd="0" presId="urn:microsoft.com/office/officeart/2005/8/layout/hierarchy3"/>
    <dgm:cxn modelId="{6DE7CC04-1656-4586-8F67-3C5A9410AF41}" type="presParOf" srcId="{DE29907D-B02C-4DC8-AB35-A32FAB9C50C8}" destId="{6BCDF554-0152-4C23-811D-A6805B9A61D1}" srcOrd="2" destOrd="0" presId="urn:microsoft.com/office/officeart/2005/8/layout/hierarchy3"/>
    <dgm:cxn modelId="{33A6C25D-4B68-4059-AD8C-41C558FEB328}" type="presParOf" srcId="{DE29907D-B02C-4DC8-AB35-A32FAB9C50C8}" destId="{B20D87AF-4F2B-4280-BC55-B6F24CE01CDA}" srcOrd="3" destOrd="0" presId="urn:microsoft.com/office/officeart/2005/8/layout/hierarchy3"/>
    <dgm:cxn modelId="{76680C67-FC6B-4535-A65C-DC079C237FA9}" type="presParOf" srcId="{DE29907D-B02C-4DC8-AB35-A32FAB9C50C8}" destId="{D54F1CAC-D3BF-4951-ACB6-92E2EA295FE9}" srcOrd="4" destOrd="0" presId="urn:microsoft.com/office/officeart/2005/8/layout/hierarchy3"/>
    <dgm:cxn modelId="{D3730266-51C6-415A-9BF1-184FBFB622C3}" type="presParOf" srcId="{DE29907D-B02C-4DC8-AB35-A32FAB9C50C8}" destId="{8F725618-161E-4D31-A831-7E0237EAAD42}" srcOrd="5" destOrd="0" presId="urn:microsoft.com/office/officeart/2005/8/layout/hierarchy3"/>
  </dgm:cxnLst>
  <dgm:bg/>
  <dgm:whole/>
  <dgm:extLst>
    <a:ext uri="http://schemas.microsoft.com/office/drawing/2008/diagram">
      <dsp:dataModelExt xmlns:dsp="http://schemas.microsoft.com/office/drawing/2008/diagram" relId="rId13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1FBAAE81-7E69-4AE2-B4B2-47511EA554A0}" type="doc">
      <dgm:prSet loTypeId="urn:microsoft.com/office/officeart/2005/8/layout/hierarchy3" loCatId="hierarchy" qsTypeId="urn:microsoft.com/office/officeart/2005/8/quickstyle/3d1" qsCatId="3D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1541EFDC-C611-4AC2-A1FD-56152CDEF0F8}">
      <dgm:prSet phldrT="[Текст]"/>
      <dgm:spPr/>
      <dgm:t>
        <a:bodyPr/>
        <a:lstStyle/>
        <a:p>
          <a:r>
            <a:rPr lang="ru-RU" dirty="0" smtClean="0">
              <a:solidFill>
                <a:schemeClr val="bg1"/>
              </a:solidFill>
              <a:latin typeface="+mj-lt"/>
            </a:rPr>
            <a:t>Раздел «Файл»</a:t>
          </a:r>
          <a:endParaRPr lang="ru-RU" dirty="0">
            <a:solidFill>
              <a:schemeClr val="bg1"/>
            </a:solidFill>
            <a:latin typeface="+mj-lt"/>
          </a:endParaRPr>
        </a:p>
      </dgm:t>
    </dgm:pt>
    <dgm:pt modelId="{8B0DF067-769D-4CC8-8423-3739B10A62D9}" type="parTrans" cxnId="{66C77582-992E-4612-89D3-CAAF08E2D92F}">
      <dgm:prSet/>
      <dgm:spPr/>
      <dgm:t>
        <a:bodyPr/>
        <a:lstStyle/>
        <a:p>
          <a:endParaRPr lang="ru-RU">
            <a:latin typeface="+mj-lt"/>
          </a:endParaRPr>
        </a:p>
      </dgm:t>
    </dgm:pt>
    <dgm:pt modelId="{ABB71E48-6B30-4A1D-8EF9-A2791E953CCA}" type="sibTrans" cxnId="{66C77582-992E-4612-89D3-CAAF08E2D92F}">
      <dgm:prSet/>
      <dgm:spPr/>
      <dgm:t>
        <a:bodyPr/>
        <a:lstStyle/>
        <a:p>
          <a:endParaRPr lang="ru-RU">
            <a:latin typeface="+mj-lt"/>
          </a:endParaRPr>
        </a:p>
      </dgm:t>
    </dgm:pt>
    <dgm:pt modelId="{0608BFA7-546A-4CF3-8009-3600A672D044}">
      <dgm:prSet phldrT="[Текст]"/>
      <dgm:spPr/>
      <dgm:t>
        <a:bodyPr/>
        <a:lstStyle/>
        <a:p>
          <a:r>
            <a:rPr lang="ru-RU" dirty="0" smtClean="0">
              <a:latin typeface="+mj-lt"/>
            </a:rPr>
            <a:t>Раздел «О программе»</a:t>
          </a:r>
          <a:endParaRPr lang="ru-RU" dirty="0">
            <a:solidFill>
              <a:schemeClr val="bg1"/>
            </a:solidFill>
            <a:latin typeface="+mj-lt"/>
          </a:endParaRPr>
        </a:p>
      </dgm:t>
    </dgm:pt>
    <dgm:pt modelId="{9D4E72F0-76A6-48A7-9FCA-4491CBECE334}" type="parTrans" cxnId="{68E6418B-2216-425F-8546-B8B27D86FD89}">
      <dgm:prSet/>
      <dgm:spPr/>
      <dgm:t>
        <a:bodyPr/>
        <a:lstStyle/>
        <a:p>
          <a:endParaRPr lang="ru-RU">
            <a:latin typeface="+mj-lt"/>
          </a:endParaRPr>
        </a:p>
      </dgm:t>
    </dgm:pt>
    <dgm:pt modelId="{396C8332-91F9-420D-B511-C3A9CA02F970}" type="sibTrans" cxnId="{68E6418B-2216-425F-8546-B8B27D86FD89}">
      <dgm:prSet/>
      <dgm:spPr/>
      <dgm:t>
        <a:bodyPr/>
        <a:lstStyle/>
        <a:p>
          <a:endParaRPr lang="ru-RU">
            <a:latin typeface="+mj-lt"/>
          </a:endParaRPr>
        </a:p>
      </dgm:t>
    </dgm:pt>
    <dgm:pt modelId="{B0EF90B9-B7AC-41F4-A8E4-2C416D7BC666}">
      <dgm:prSet phldrT="[Текст]" custT="1"/>
      <dgm:spPr/>
      <dgm:t>
        <a:bodyPr/>
        <a:lstStyle/>
        <a:p>
          <a:pPr algn="l"/>
          <a:r>
            <a:rPr lang="ru-RU" sz="1800" dirty="0" smtClean="0">
              <a:latin typeface="+mj-lt"/>
            </a:rPr>
            <a:t>Предназначен для открытия/сохранения области поиска</a:t>
          </a:r>
        </a:p>
      </dgm:t>
    </dgm:pt>
    <dgm:pt modelId="{1DE56A76-4993-4887-8460-65FA8A5AA490}" type="parTrans" cxnId="{64DF5438-1D1C-4814-95AD-CA150E3365B7}">
      <dgm:prSet/>
      <dgm:spPr/>
      <dgm:t>
        <a:bodyPr/>
        <a:lstStyle/>
        <a:p>
          <a:endParaRPr lang="ru-RU">
            <a:latin typeface="+mj-lt"/>
          </a:endParaRPr>
        </a:p>
      </dgm:t>
    </dgm:pt>
    <dgm:pt modelId="{63BC5514-881D-4F68-B769-8E8A73172FBF}" type="sibTrans" cxnId="{64DF5438-1D1C-4814-95AD-CA150E3365B7}">
      <dgm:prSet/>
      <dgm:spPr/>
      <dgm:t>
        <a:bodyPr/>
        <a:lstStyle/>
        <a:p>
          <a:endParaRPr lang="ru-RU">
            <a:latin typeface="+mj-lt"/>
          </a:endParaRPr>
        </a:p>
      </dgm:t>
    </dgm:pt>
    <dgm:pt modelId="{EE0DFAAC-5A62-4ED8-B612-3AA5DC383093}">
      <dgm:prSet phldrT="[Текст]" custT="1"/>
      <dgm:spPr/>
      <dgm:t>
        <a:bodyPr/>
        <a:lstStyle/>
        <a:p>
          <a:pPr algn="l"/>
          <a:r>
            <a:rPr lang="ru-RU" sz="1800" dirty="0" smtClean="0">
              <a:latin typeface="+mj-lt"/>
            </a:rPr>
            <a:t>Имеет подменю: Открыть, Сохранить, Сохранить как и Загрузить в робота</a:t>
          </a:r>
          <a:endParaRPr lang="ru-RU" sz="1800" dirty="0">
            <a:latin typeface="+mj-lt"/>
          </a:endParaRPr>
        </a:p>
      </dgm:t>
    </dgm:pt>
    <dgm:pt modelId="{83C34117-5989-4AB6-9190-294A6E7CAFE6}" type="parTrans" cxnId="{819A2D45-8D97-4FD4-97A0-91D248AB135D}">
      <dgm:prSet/>
      <dgm:spPr/>
      <dgm:t>
        <a:bodyPr/>
        <a:lstStyle/>
        <a:p>
          <a:endParaRPr lang="ru-RU"/>
        </a:p>
      </dgm:t>
    </dgm:pt>
    <dgm:pt modelId="{7F513EC4-F831-48AD-B7D9-51BFDCA8999E}" type="sibTrans" cxnId="{819A2D45-8D97-4FD4-97A0-91D248AB135D}">
      <dgm:prSet/>
      <dgm:spPr/>
      <dgm:t>
        <a:bodyPr/>
        <a:lstStyle/>
        <a:p>
          <a:endParaRPr lang="ru-RU"/>
        </a:p>
      </dgm:t>
    </dgm:pt>
    <dgm:pt modelId="{7722B5AD-B946-4ED0-BA15-3D792EC09303}">
      <dgm:prSet phldrT="[Текст]" custT="1"/>
      <dgm:spPr/>
      <dgm:t>
        <a:bodyPr/>
        <a:lstStyle/>
        <a:p>
          <a:pPr algn="l"/>
          <a:r>
            <a:rPr lang="ru-RU" sz="1800" dirty="0" smtClean="0">
              <a:latin typeface="+mj-lt"/>
            </a:rPr>
            <a:t>Содержит подменю: </a:t>
          </a:r>
          <a:r>
            <a:rPr lang="ru-RU" sz="1800" i="1" dirty="0" err="1" smtClean="0">
              <a:latin typeface="+mj-lt"/>
            </a:rPr>
            <a:t>GitHub</a:t>
          </a:r>
          <a:r>
            <a:rPr lang="ru-RU" sz="1800" dirty="0" smtClean="0">
              <a:latin typeface="+mj-lt"/>
            </a:rPr>
            <a:t>, </a:t>
          </a:r>
          <a:r>
            <a:rPr lang="ru-RU" sz="1800" i="1" dirty="0" err="1" smtClean="0">
              <a:latin typeface="+mj-lt"/>
            </a:rPr>
            <a:t>Yandex</a:t>
          </a:r>
          <a:r>
            <a:rPr lang="ru-RU" sz="1800" i="1" dirty="0" smtClean="0">
              <a:latin typeface="+mj-lt"/>
            </a:rPr>
            <a:t> </a:t>
          </a:r>
          <a:r>
            <a:rPr lang="ru-RU" sz="1800" i="1" dirty="0" err="1" smtClean="0">
              <a:latin typeface="+mj-lt"/>
            </a:rPr>
            <a:t>Map</a:t>
          </a:r>
          <a:r>
            <a:rPr lang="ru-RU" sz="1800" i="1" dirty="0" smtClean="0">
              <a:latin typeface="+mj-lt"/>
            </a:rPr>
            <a:t> API</a:t>
          </a:r>
          <a:r>
            <a:rPr lang="ru-RU" sz="1800" dirty="0" smtClean="0">
              <a:latin typeface="+mj-lt"/>
            </a:rPr>
            <a:t> и др.</a:t>
          </a:r>
          <a:endParaRPr lang="ru-RU" sz="1800" dirty="0">
            <a:latin typeface="+mj-lt"/>
          </a:endParaRPr>
        </a:p>
      </dgm:t>
    </dgm:pt>
    <dgm:pt modelId="{ACC3B016-9AAE-4C02-991B-253EFCE7337D}" type="sibTrans" cxnId="{D6D79C96-27B3-4940-B514-009D01ED28B9}">
      <dgm:prSet/>
      <dgm:spPr/>
      <dgm:t>
        <a:bodyPr/>
        <a:lstStyle/>
        <a:p>
          <a:endParaRPr lang="ru-RU">
            <a:latin typeface="+mj-lt"/>
          </a:endParaRPr>
        </a:p>
      </dgm:t>
    </dgm:pt>
    <dgm:pt modelId="{CFDACBEE-4D40-45CC-8127-242B04675DB1}" type="parTrans" cxnId="{D6D79C96-27B3-4940-B514-009D01ED28B9}">
      <dgm:prSet/>
      <dgm:spPr/>
      <dgm:t>
        <a:bodyPr/>
        <a:lstStyle/>
        <a:p>
          <a:endParaRPr lang="ru-RU">
            <a:latin typeface="+mj-lt"/>
          </a:endParaRPr>
        </a:p>
      </dgm:t>
    </dgm:pt>
    <dgm:pt modelId="{46A17209-CAC3-49E0-84E7-5B5553101876}">
      <dgm:prSet phldrT="[Текст]" custT="1"/>
      <dgm:spPr/>
      <dgm:t>
        <a:bodyPr/>
        <a:lstStyle/>
        <a:p>
          <a:pPr algn="l"/>
          <a:r>
            <a:rPr lang="ru-RU" sz="1800" dirty="0" smtClean="0">
              <a:latin typeface="+mj-lt"/>
            </a:rPr>
            <a:t>Переводит пользователя в браузер на соответствующую страничку</a:t>
          </a:r>
          <a:endParaRPr lang="ru-RU" sz="1800" dirty="0">
            <a:latin typeface="+mj-lt"/>
          </a:endParaRPr>
        </a:p>
      </dgm:t>
    </dgm:pt>
    <dgm:pt modelId="{045B69BB-E537-4AA1-80FB-96C4F06BF516}" type="sibTrans" cxnId="{F31815BE-BD06-4356-B6C6-475592D9F77B}">
      <dgm:prSet/>
      <dgm:spPr/>
      <dgm:t>
        <a:bodyPr/>
        <a:lstStyle/>
        <a:p>
          <a:endParaRPr lang="ru-RU">
            <a:latin typeface="+mj-lt"/>
          </a:endParaRPr>
        </a:p>
      </dgm:t>
    </dgm:pt>
    <dgm:pt modelId="{1F265768-5D48-46A7-857A-4AECA5182E22}" type="parTrans" cxnId="{F31815BE-BD06-4356-B6C6-475592D9F77B}">
      <dgm:prSet/>
      <dgm:spPr/>
      <dgm:t>
        <a:bodyPr/>
        <a:lstStyle/>
        <a:p>
          <a:endParaRPr lang="ru-RU">
            <a:latin typeface="+mj-lt"/>
          </a:endParaRPr>
        </a:p>
      </dgm:t>
    </dgm:pt>
    <dgm:pt modelId="{6D02269B-5E4A-4628-9EAD-36D338D56642}" type="pres">
      <dgm:prSet presAssocID="{1FBAAE81-7E69-4AE2-B4B2-47511EA554A0}" presName="diagram" presStyleCnt="0">
        <dgm:presLayoutVars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ru-RU"/>
        </a:p>
      </dgm:t>
    </dgm:pt>
    <dgm:pt modelId="{F46B08BF-CB8D-4EF0-8878-757AE4C78038}" type="pres">
      <dgm:prSet presAssocID="{1541EFDC-C611-4AC2-A1FD-56152CDEF0F8}" presName="root" presStyleCnt="0"/>
      <dgm:spPr/>
      <dgm:t>
        <a:bodyPr/>
        <a:lstStyle/>
        <a:p>
          <a:endParaRPr lang="ru-RU"/>
        </a:p>
      </dgm:t>
    </dgm:pt>
    <dgm:pt modelId="{B0F025CD-1027-4698-8D14-D5EEE42F339D}" type="pres">
      <dgm:prSet presAssocID="{1541EFDC-C611-4AC2-A1FD-56152CDEF0F8}" presName="rootComposite" presStyleCnt="0"/>
      <dgm:spPr/>
      <dgm:t>
        <a:bodyPr/>
        <a:lstStyle/>
        <a:p>
          <a:endParaRPr lang="ru-RU"/>
        </a:p>
      </dgm:t>
    </dgm:pt>
    <dgm:pt modelId="{44119F6D-007C-4223-AF07-678E9D68AA61}" type="pres">
      <dgm:prSet presAssocID="{1541EFDC-C611-4AC2-A1FD-56152CDEF0F8}" presName="rootText" presStyleLbl="node1" presStyleIdx="0" presStyleCnt="2" custScaleX="534523"/>
      <dgm:spPr/>
      <dgm:t>
        <a:bodyPr/>
        <a:lstStyle/>
        <a:p>
          <a:endParaRPr lang="ru-RU"/>
        </a:p>
      </dgm:t>
    </dgm:pt>
    <dgm:pt modelId="{812225CE-28B7-4D35-8E4E-D8FC9364D1F9}" type="pres">
      <dgm:prSet presAssocID="{1541EFDC-C611-4AC2-A1FD-56152CDEF0F8}" presName="rootConnector" presStyleLbl="node1" presStyleIdx="0" presStyleCnt="2"/>
      <dgm:spPr/>
      <dgm:t>
        <a:bodyPr/>
        <a:lstStyle/>
        <a:p>
          <a:endParaRPr lang="ru-RU"/>
        </a:p>
      </dgm:t>
    </dgm:pt>
    <dgm:pt modelId="{DE29907D-B02C-4DC8-AB35-A32FAB9C50C8}" type="pres">
      <dgm:prSet presAssocID="{1541EFDC-C611-4AC2-A1FD-56152CDEF0F8}" presName="childShape" presStyleCnt="0"/>
      <dgm:spPr/>
      <dgm:t>
        <a:bodyPr/>
        <a:lstStyle/>
        <a:p>
          <a:endParaRPr lang="ru-RU"/>
        </a:p>
      </dgm:t>
    </dgm:pt>
    <dgm:pt modelId="{E97F6A05-7D7E-42CF-A025-783C256FF1A4}" type="pres">
      <dgm:prSet presAssocID="{1DE56A76-4993-4887-8460-65FA8A5AA490}" presName="Name13" presStyleLbl="parChTrans1D2" presStyleIdx="0" presStyleCnt="4"/>
      <dgm:spPr/>
      <dgm:t>
        <a:bodyPr/>
        <a:lstStyle/>
        <a:p>
          <a:endParaRPr lang="ru-RU"/>
        </a:p>
      </dgm:t>
    </dgm:pt>
    <dgm:pt modelId="{997AEA4A-0E44-40E5-A385-7D114752559D}" type="pres">
      <dgm:prSet presAssocID="{B0EF90B9-B7AC-41F4-A8E4-2C416D7BC666}" presName="childText" presStyleLbl="bgAcc1" presStyleIdx="0" presStyleCnt="4" custScaleX="521924" custScaleY="123862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A95987E4-1E09-47F4-818D-61FCF22EA304}" type="pres">
      <dgm:prSet presAssocID="{83C34117-5989-4AB6-9190-294A6E7CAFE6}" presName="Name13" presStyleLbl="parChTrans1D2" presStyleIdx="1" presStyleCnt="4"/>
      <dgm:spPr/>
      <dgm:t>
        <a:bodyPr/>
        <a:lstStyle/>
        <a:p>
          <a:endParaRPr lang="ru-RU"/>
        </a:p>
      </dgm:t>
    </dgm:pt>
    <dgm:pt modelId="{AF7B4ADA-0B7F-410D-8FB4-FFABE0DAD0D7}" type="pres">
      <dgm:prSet presAssocID="{EE0DFAAC-5A62-4ED8-B612-3AA5DC383093}" presName="childText" presStyleLbl="bgAcc1" presStyleIdx="1" presStyleCnt="4" custScaleX="521924" custScaleY="123862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E1B3FE26-C7F1-40F1-8C91-5637E1BFFE04}" type="pres">
      <dgm:prSet presAssocID="{0608BFA7-546A-4CF3-8009-3600A672D044}" presName="root" presStyleCnt="0"/>
      <dgm:spPr/>
      <dgm:t>
        <a:bodyPr/>
        <a:lstStyle/>
        <a:p>
          <a:endParaRPr lang="ru-RU"/>
        </a:p>
      </dgm:t>
    </dgm:pt>
    <dgm:pt modelId="{9F62F3DF-6AD6-4194-A466-E7F4043FC817}" type="pres">
      <dgm:prSet presAssocID="{0608BFA7-546A-4CF3-8009-3600A672D044}" presName="rootComposite" presStyleCnt="0"/>
      <dgm:spPr/>
      <dgm:t>
        <a:bodyPr/>
        <a:lstStyle/>
        <a:p>
          <a:endParaRPr lang="ru-RU"/>
        </a:p>
      </dgm:t>
    </dgm:pt>
    <dgm:pt modelId="{4C89AFA7-F26A-4743-AD14-61CA329241AC}" type="pres">
      <dgm:prSet presAssocID="{0608BFA7-546A-4CF3-8009-3600A672D044}" presName="rootText" presStyleLbl="node1" presStyleIdx="1" presStyleCnt="2" custScaleX="534523"/>
      <dgm:spPr/>
      <dgm:t>
        <a:bodyPr/>
        <a:lstStyle/>
        <a:p>
          <a:endParaRPr lang="ru-RU"/>
        </a:p>
      </dgm:t>
    </dgm:pt>
    <dgm:pt modelId="{E20CD2B4-896C-49C9-999B-87A2063D2FD2}" type="pres">
      <dgm:prSet presAssocID="{0608BFA7-546A-4CF3-8009-3600A672D044}" presName="rootConnector" presStyleLbl="node1" presStyleIdx="1" presStyleCnt="2"/>
      <dgm:spPr/>
      <dgm:t>
        <a:bodyPr/>
        <a:lstStyle/>
        <a:p>
          <a:endParaRPr lang="ru-RU"/>
        </a:p>
      </dgm:t>
    </dgm:pt>
    <dgm:pt modelId="{63A27C28-1034-4635-BD44-8CCE9E5421E2}" type="pres">
      <dgm:prSet presAssocID="{0608BFA7-546A-4CF3-8009-3600A672D044}" presName="childShape" presStyleCnt="0"/>
      <dgm:spPr/>
      <dgm:t>
        <a:bodyPr/>
        <a:lstStyle/>
        <a:p>
          <a:endParaRPr lang="ru-RU"/>
        </a:p>
      </dgm:t>
    </dgm:pt>
    <dgm:pt modelId="{F4119F7C-9096-42B4-9EA4-97AAE22CF2C5}" type="pres">
      <dgm:prSet presAssocID="{CFDACBEE-4D40-45CC-8127-242B04675DB1}" presName="Name13" presStyleLbl="parChTrans1D2" presStyleIdx="2" presStyleCnt="4"/>
      <dgm:spPr/>
      <dgm:t>
        <a:bodyPr/>
        <a:lstStyle/>
        <a:p>
          <a:endParaRPr lang="ru-RU"/>
        </a:p>
      </dgm:t>
    </dgm:pt>
    <dgm:pt modelId="{F9DB4D29-4244-435C-85B4-B866B31F1410}" type="pres">
      <dgm:prSet presAssocID="{7722B5AD-B946-4ED0-BA15-3D792EC09303}" presName="childText" presStyleLbl="bgAcc1" presStyleIdx="2" presStyleCnt="4" custScaleX="521924" custScaleY="123862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6F8EC973-2E21-432C-9D2E-DA333D8DDB44}" type="pres">
      <dgm:prSet presAssocID="{1F265768-5D48-46A7-857A-4AECA5182E22}" presName="Name13" presStyleLbl="parChTrans1D2" presStyleIdx="3" presStyleCnt="4"/>
      <dgm:spPr/>
      <dgm:t>
        <a:bodyPr/>
        <a:lstStyle/>
        <a:p>
          <a:endParaRPr lang="ru-RU"/>
        </a:p>
      </dgm:t>
    </dgm:pt>
    <dgm:pt modelId="{3D4DFE44-5669-4C29-8ADB-A6789EA566FF}" type="pres">
      <dgm:prSet presAssocID="{46A17209-CAC3-49E0-84E7-5B5553101876}" presName="childText" presStyleLbl="bgAcc1" presStyleIdx="3" presStyleCnt="4" custScaleX="521924" custScaleY="123862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C228DF0B-6E52-43B3-B3F3-18DB4797E071}" type="presOf" srcId="{0608BFA7-546A-4CF3-8009-3600A672D044}" destId="{4C89AFA7-F26A-4743-AD14-61CA329241AC}" srcOrd="0" destOrd="0" presId="urn:microsoft.com/office/officeart/2005/8/layout/hierarchy3"/>
    <dgm:cxn modelId="{64DF5438-1D1C-4814-95AD-CA150E3365B7}" srcId="{1541EFDC-C611-4AC2-A1FD-56152CDEF0F8}" destId="{B0EF90B9-B7AC-41F4-A8E4-2C416D7BC666}" srcOrd="0" destOrd="0" parTransId="{1DE56A76-4993-4887-8460-65FA8A5AA490}" sibTransId="{63BC5514-881D-4F68-B769-8E8A73172FBF}"/>
    <dgm:cxn modelId="{42457FA5-9E0D-4576-A69E-436F53B032D6}" type="presOf" srcId="{B0EF90B9-B7AC-41F4-A8E4-2C416D7BC666}" destId="{997AEA4A-0E44-40E5-A385-7D114752559D}" srcOrd="0" destOrd="0" presId="urn:microsoft.com/office/officeart/2005/8/layout/hierarchy3"/>
    <dgm:cxn modelId="{F7F125C1-C9E8-4D2B-9EDC-CAF4DC418F76}" type="presOf" srcId="{1541EFDC-C611-4AC2-A1FD-56152CDEF0F8}" destId="{812225CE-28B7-4D35-8E4E-D8FC9364D1F9}" srcOrd="1" destOrd="0" presId="urn:microsoft.com/office/officeart/2005/8/layout/hierarchy3"/>
    <dgm:cxn modelId="{A8E3A996-4D8C-4884-A9E8-90A4A6460697}" type="presOf" srcId="{83C34117-5989-4AB6-9190-294A6E7CAFE6}" destId="{A95987E4-1E09-47F4-818D-61FCF22EA304}" srcOrd="0" destOrd="0" presId="urn:microsoft.com/office/officeart/2005/8/layout/hierarchy3"/>
    <dgm:cxn modelId="{F31815BE-BD06-4356-B6C6-475592D9F77B}" srcId="{0608BFA7-546A-4CF3-8009-3600A672D044}" destId="{46A17209-CAC3-49E0-84E7-5B5553101876}" srcOrd="1" destOrd="0" parTransId="{1F265768-5D48-46A7-857A-4AECA5182E22}" sibTransId="{045B69BB-E537-4AA1-80FB-96C4F06BF516}"/>
    <dgm:cxn modelId="{B92B0A67-64E1-4E81-A4C7-B554261A2E6E}" type="presOf" srcId="{0608BFA7-546A-4CF3-8009-3600A672D044}" destId="{E20CD2B4-896C-49C9-999B-87A2063D2FD2}" srcOrd="1" destOrd="0" presId="urn:microsoft.com/office/officeart/2005/8/layout/hierarchy3"/>
    <dgm:cxn modelId="{4CAF4C3F-0E94-4192-8C29-0BADADD6E744}" type="presOf" srcId="{1F265768-5D48-46A7-857A-4AECA5182E22}" destId="{6F8EC973-2E21-432C-9D2E-DA333D8DDB44}" srcOrd="0" destOrd="0" presId="urn:microsoft.com/office/officeart/2005/8/layout/hierarchy3"/>
    <dgm:cxn modelId="{D6D79C96-27B3-4940-B514-009D01ED28B9}" srcId="{0608BFA7-546A-4CF3-8009-3600A672D044}" destId="{7722B5AD-B946-4ED0-BA15-3D792EC09303}" srcOrd="0" destOrd="0" parTransId="{CFDACBEE-4D40-45CC-8127-242B04675DB1}" sibTransId="{ACC3B016-9AAE-4C02-991B-253EFCE7337D}"/>
    <dgm:cxn modelId="{4273F398-5E04-4CAB-9EB6-9FEF1B0E9597}" type="presOf" srcId="{46A17209-CAC3-49E0-84E7-5B5553101876}" destId="{3D4DFE44-5669-4C29-8ADB-A6789EA566FF}" srcOrd="0" destOrd="0" presId="urn:microsoft.com/office/officeart/2005/8/layout/hierarchy3"/>
    <dgm:cxn modelId="{68E6418B-2216-425F-8546-B8B27D86FD89}" srcId="{1FBAAE81-7E69-4AE2-B4B2-47511EA554A0}" destId="{0608BFA7-546A-4CF3-8009-3600A672D044}" srcOrd="1" destOrd="0" parTransId="{9D4E72F0-76A6-48A7-9FCA-4491CBECE334}" sibTransId="{396C8332-91F9-420D-B511-C3A9CA02F970}"/>
    <dgm:cxn modelId="{819A2D45-8D97-4FD4-97A0-91D248AB135D}" srcId="{1541EFDC-C611-4AC2-A1FD-56152CDEF0F8}" destId="{EE0DFAAC-5A62-4ED8-B612-3AA5DC383093}" srcOrd="1" destOrd="0" parTransId="{83C34117-5989-4AB6-9190-294A6E7CAFE6}" sibTransId="{7F513EC4-F831-48AD-B7D9-51BFDCA8999E}"/>
    <dgm:cxn modelId="{387C3E33-8339-4EBB-AA8B-A87A1532EA3F}" type="presOf" srcId="{1DE56A76-4993-4887-8460-65FA8A5AA490}" destId="{E97F6A05-7D7E-42CF-A025-783C256FF1A4}" srcOrd="0" destOrd="0" presId="urn:microsoft.com/office/officeart/2005/8/layout/hierarchy3"/>
    <dgm:cxn modelId="{66C77582-992E-4612-89D3-CAAF08E2D92F}" srcId="{1FBAAE81-7E69-4AE2-B4B2-47511EA554A0}" destId="{1541EFDC-C611-4AC2-A1FD-56152CDEF0F8}" srcOrd="0" destOrd="0" parTransId="{8B0DF067-769D-4CC8-8423-3739B10A62D9}" sibTransId="{ABB71E48-6B30-4A1D-8EF9-A2791E953CCA}"/>
    <dgm:cxn modelId="{1FE07060-22DD-414B-8FD5-11F37EBCC88B}" type="presOf" srcId="{7722B5AD-B946-4ED0-BA15-3D792EC09303}" destId="{F9DB4D29-4244-435C-85B4-B866B31F1410}" srcOrd="0" destOrd="0" presId="urn:microsoft.com/office/officeart/2005/8/layout/hierarchy3"/>
    <dgm:cxn modelId="{77796425-4B9A-44F3-A470-1F9A9710903A}" type="presOf" srcId="{EE0DFAAC-5A62-4ED8-B612-3AA5DC383093}" destId="{AF7B4ADA-0B7F-410D-8FB4-FFABE0DAD0D7}" srcOrd="0" destOrd="0" presId="urn:microsoft.com/office/officeart/2005/8/layout/hierarchy3"/>
    <dgm:cxn modelId="{563DCD4A-701F-45CD-ABF4-BF0DE122D105}" type="presOf" srcId="{1541EFDC-C611-4AC2-A1FD-56152CDEF0F8}" destId="{44119F6D-007C-4223-AF07-678E9D68AA61}" srcOrd="0" destOrd="0" presId="urn:microsoft.com/office/officeart/2005/8/layout/hierarchy3"/>
    <dgm:cxn modelId="{58C65011-D78E-4120-8002-6288363B2F3F}" type="presOf" srcId="{CFDACBEE-4D40-45CC-8127-242B04675DB1}" destId="{F4119F7C-9096-42B4-9EA4-97AAE22CF2C5}" srcOrd="0" destOrd="0" presId="urn:microsoft.com/office/officeart/2005/8/layout/hierarchy3"/>
    <dgm:cxn modelId="{7EC327F5-DA58-4B28-AB44-CED1E18D09C1}" type="presOf" srcId="{1FBAAE81-7E69-4AE2-B4B2-47511EA554A0}" destId="{6D02269B-5E4A-4628-9EAD-36D338D56642}" srcOrd="0" destOrd="0" presId="urn:microsoft.com/office/officeart/2005/8/layout/hierarchy3"/>
    <dgm:cxn modelId="{E311E061-64C7-49A8-A550-3B5A5A87240F}" type="presParOf" srcId="{6D02269B-5E4A-4628-9EAD-36D338D56642}" destId="{F46B08BF-CB8D-4EF0-8878-757AE4C78038}" srcOrd="0" destOrd="0" presId="urn:microsoft.com/office/officeart/2005/8/layout/hierarchy3"/>
    <dgm:cxn modelId="{32F8C7AF-8618-4CCD-9AC5-1C6A527789E7}" type="presParOf" srcId="{F46B08BF-CB8D-4EF0-8878-757AE4C78038}" destId="{B0F025CD-1027-4698-8D14-D5EEE42F339D}" srcOrd="0" destOrd="0" presId="urn:microsoft.com/office/officeart/2005/8/layout/hierarchy3"/>
    <dgm:cxn modelId="{6CE8152B-8F6A-469C-AFAE-9DC6AF3459E2}" type="presParOf" srcId="{B0F025CD-1027-4698-8D14-D5EEE42F339D}" destId="{44119F6D-007C-4223-AF07-678E9D68AA61}" srcOrd="0" destOrd="0" presId="urn:microsoft.com/office/officeart/2005/8/layout/hierarchy3"/>
    <dgm:cxn modelId="{2A2676A9-B18D-4855-AD3B-50973F58E284}" type="presParOf" srcId="{B0F025CD-1027-4698-8D14-D5EEE42F339D}" destId="{812225CE-28B7-4D35-8E4E-D8FC9364D1F9}" srcOrd="1" destOrd="0" presId="urn:microsoft.com/office/officeart/2005/8/layout/hierarchy3"/>
    <dgm:cxn modelId="{DF2CA05A-FA5F-4B91-8EC7-B1A71D1AF778}" type="presParOf" srcId="{F46B08BF-CB8D-4EF0-8878-757AE4C78038}" destId="{DE29907D-B02C-4DC8-AB35-A32FAB9C50C8}" srcOrd="1" destOrd="0" presId="urn:microsoft.com/office/officeart/2005/8/layout/hierarchy3"/>
    <dgm:cxn modelId="{D967D470-114E-40B0-9311-C05BD9FBC0DE}" type="presParOf" srcId="{DE29907D-B02C-4DC8-AB35-A32FAB9C50C8}" destId="{E97F6A05-7D7E-42CF-A025-783C256FF1A4}" srcOrd="0" destOrd="0" presId="urn:microsoft.com/office/officeart/2005/8/layout/hierarchy3"/>
    <dgm:cxn modelId="{49A693EF-5ADF-4433-8D22-16FE7EA8F624}" type="presParOf" srcId="{DE29907D-B02C-4DC8-AB35-A32FAB9C50C8}" destId="{997AEA4A-0E44-40E5-A385-7D114752559D}" srcOrd="1" destOrd="0" presId="urn:microsoft.com/office/officeart/2005/8/layout/hierarchy3"/>
    <dgm:cxn modelId="{4BB25766-FA31-43A3-A69F-87F14C37869B}" type="presParOf" srcId="{DE29907D-B02C-4DC8-AB35-A32FAB9C50C8}" destId="{A95987E4-1E09-47F4-818D-61FCF22EA304}" srcOrd="2" destOrd="0" presId="urn:microsoft.com/office/officeart/2005/8/layout/hierarchy3"/>
    <dgm:cxn modelId="{C5A1D1A2-6ABE-41F9-B5C8-17C9C5E104F3}" type="presParOf" srcId="{DE29907D-B02C-4DC8-AB35-A32FAB9C50C8}" destId="{AF7B4ADA-0B7F-410D-8FB4-FFABE0DAD0D7}" srcOrd="3" destOrd="0" presId="urn:microsoft.com/office/officeart/2005/8/layout/hierarchy3"/>
    <dgm:cxn modelId="{6987920D-070E-4B21-9F9E-61B7CB95D039}" type="presParOf" srcId="{6D02269B-5E4A-4628-9EAD-36D338D56642}" destId="{E1B3FE26-C7F1-40F1-8C91-5637E1BFFE04}" srcOrd="1" destOrd="0" presId="urn:microsoft.com/office/officeart/2005/8/layout/hierarchy3"/>
    <dgm:cxn modelId="{91CC39D1-42DA-4C04-A8C2-4B425982FBB9}" type="presParOf" srcId="{E1B3FE26-C7F1-40F1-8C91-5637E1BFFE04}" destId="{9F62F3DF-6AD6-4194-A466-E7F4043FC817}" srcOrd="0" destOrd="0" presId="urn:microsoft.com/office/officeart/2005/8/layout/hierarchy3"/>
    <dgm:cxn modelId="{06F8D9C8-5FE4-4526-9159-F04011082742}" type="presParOf" srcId="{9F62F3DF-6AD6-4194-A466-E7F4043FC817}" destId="{4C89AFA7-F26A-4743-AD14-61CA329241AC}" srcOrd="0" destOrd="0" presId="urn:microsoft.com/office/officeart/2005/8/layout/hierarchy3"/>
    <dgm:cxn modelId="{D2CB89DF-3EE1-47D5-B0C3-348061268E43}" type="presParOf" srcId="{9F62F3DF-6AD6-4194-A466-E7F4043FC817}" destId="{E20CD2B4-896C-49C9-999B-87A2063D2FD2}" srcOrd="1" destOrd="0" presId="urn:microsoft.com/office/officeart/2005/8/layout/hierarchy3"/>
    <dgm:cxn modelId="{2749ECC8-8D98-477E-92A0-D54BE105FCF7}" type="presParOf" srcId="{E1B3FE26-C7F1-40F1-8C91-5637E1BFFE04}" destId="{63A27C28-1034-4635-BD44-8CCE9E5421E2}" srcOrd="1" destOrd="0" presId="urn:microsoft.com/office/officeart/2005/8/layout/hierarchy3"/>
    <dgm:cxn modelId="{690369A5-485E-4F01-A305-AB538131774E}" type="presParOf" srcId="{63A27C28-1034-4635-BD44-8CCE9E5421E2}" destId="{F4119F7C-9096-42B4-9EA4-97AAE22CF2C5}" srcOrd="0" destOrd="0" presId="urn:microsoft.com/office/officeart/2005/8/layout/hierarchy3"/>
    <dgm:cxn modelId="{9B3753EF-70EB-41D4-A47F-CDC229B03E90}" type="presParOf" srcId="{63A27C28-1034-4635-BD44-8CCE9E5421E2}" destId="{F9DB4D29-4244-435C-85B4-B866B31F1410}" srcOrd="1" destOrd="0" presId="urn:microsoft.com/office/officeart/2005/8/layout/hierarchy3"/>
    <dgm:cxn modelId="{5C810A7F-920C-4FBF-9065-2DE7B5F23921}" type="presParOf" srcId="{63A27C28-1034-4635-BD44-8CCE9E5421E2}" destId="{6F8EC973-2E21-432C-9D2E-DA333D8DDB44}" srcOrd="2" destOrd="0" presId="urn:microsoft.com/office/officeart/2005/8/layout/hierarchy3"/>
    <dgm:cxn modelId="{131D8BE8-855F-48A7-B763-A3DC20E07AD5}" type="presParOf" srcId="{63A27C28-1034-4635-BD44-8CCE9E5421E2}" destId="{3D4DFE44-5669-4C29-8ADB-A6789EA566FF}" srcOrd="3" destOrd="0" presId="urn:microsoft.com/office/officeart/2005/8/layout/hierarchy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4609D89-8416-4925-B130-52072B0C3251}">
      <dsp:nvSpPr>
        <dsp:cNvPr id="0" name=""/>
        <dsp:cNvSpPr/>
      </dsp:nvSpPr>
      <dsp:spPr>
        <a:xfrm>
          <a:off x="94708" y="194"/>
          <a:ext cx="3765336" cy="1506134"/>
        </a:xfrm>
        <a:prstGeom prst="chevron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8000"/>
                <a:shade val="25000"/>
                <a:satMod val="250000"/>
              </a:schemeClr>
            </a:gs>
            <a:gs pos="68000">
              <a:schemeClr val="accent1">
                <a:hueOff val="0"/>
                <a:satOff val="0"/>
                <a:lumOff val="0"/>
                <a:alphaOff val="0"/>
                <a:tint val="86000"/>
                <a:satMod val="115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  <a:ln>
          <a:noFill/>
        </a:ln>
        <a:effectLst>
          <a:outerShdw blurRad="57150" dist="38100" dir="5400000" algn="ctr" rotWithShape="0">
            <a:schemeClr val="accent1">
              <a:hueOff val="0"/>
              <a:satOff val="0"/>
              <a:lumOff val="0"/>
              <a:alphaOff val="0"/>
              <a:shade val="9000"/>
              <a:satMod val="105000"/>
              <a:alpha val="48000"/>
            </a:scheme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38100" rIns="0" bIns="38100" numCol="1" spcCol="1270" anchor="ctr" anchorCtr="0">
          <a:noAutofit/>
        </a:bodyPr>
        <a:lstStyle/>
        <a:p>
          <a:pPr lvl="0" algn="ctr" defTabSz="2667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6000" kern="1200" dirty="0" smtClean="0">
              <a:solidFill>
                <a:schemeClr val="tx1"/>
              </a:solidFill>
              <a:latin typeface="+mj-lt"/>
            </a:rPr>
            <a:t>Цель</a:t>
          </a:r>
          <a:endParaRPr lang="ru-RU" sz="6000" kern="1200" dirty="0">
            <a:solidFill>
              <a:schemeClr val="tx1"/>
            </a:solidFill>
            <a:latin typeface="+mj-lt"/>
          </a:endParaRPr>
        </a:p>
      </dsp:txBody>
      <dsp:txXfrm>
        <a:off x="847775" y="194"/>
        <a:ext cx="2259202" cy="1506134"/>
      </dsp:txXfrm>
    </dsp:sp>
    <dsp:sp modelId="{F0C6BF9C-8781-40D3-8237-CA01A70F039A}">
      <dsp:nvSpPr>
        <dsp:cNvPr id="0" name=""/>
        <dsp:cNvSpPr/>
      </dsp:nvSpPr>
      <dsp:spPr>
        <a:xfrm>
          <a:off x="3370551" y="128215"/>
          <a:ext cx="8272043" cy="1250091"/>
        </a:xfrm>
        <a:prstGeom prst="chevron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7150" dist="38100" dir="5400000" algn="ctr" rotWithShape="0">
            <a:schemeClr val="accent1">
              <a:alpha val="90000"/>
              <a:tint val="40000"/>
              <a:hueOff val="0"/>
              <a:satOff val="0"/>
              <a:lumOff val="0"/>
              <a:alphaOff val="0"/>
              <a:shade val="9000"/>
              <a:satMod val="105000"/>
              <a:alpha val="48000"/>
            </a:schemeClr>
          </a:outerShdw>
        </a:effectLst>
        <a:scene3d>
          <a:camera prst="orthographicFront"/>
          <a:lightRig rig="flat" dir="t"/>
        </a:scene3d>
        <a:sp3d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45720" tIns="22860" rIns="0" bIns="22860" numCol="1" spcCol="1270" anchor="ctr" anchorCtr="0">
          <a:noAutofit/>
        </a:bodyPr>
        <a:lstStyle/>
        <a:p>
          <a:pPr lvl="0" algn="ctr" defTabSz="1600200">
            <a:lnSpc>
              <a:spcPct val="100000"/>
            </a:lnSpc>
            <a:spcBef>
              <a:spcPct val="0"/>
            </a:spcBef>
            <a:spcAft>
              <a:spcPts val="0"/>
            </a:spcAft>
          </a:pPr>
          <a:r>
            <a:rPr lang="ru-RU" sz="3600" kern="1200" dirty="0" smtClean="0"/>
            <a:t>Разработать приложение </a:t>
          </a:r>
        </a:p>
        <a:p>
          <a:pPr lvl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3600" kern="1200" dirty="0" smtClean="0"/>
            <a:t>для обмена данными с роботом</a:t>
          </a:r>
          <a:endParaRPr lang="ru-RU" sz="3600" kern="1200" dirty="0">
            <a:latin typeface="+mj-lt"/>
          </a:endParaRPr>
        </a:p>
      </dsp:txBody>
      <dsp:txXfrm>
        <a:off x="3995597" y="128215"/>
        <a:ext cx="7021952" cy="125009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4119F6D-007C-4223-AF07-678E9D68AA61}">
      <dsp:nvSpPr>
        <dsp:cNvPr id="0" name=""/>
        <dsp:cNvSpPr/>
      </dsp:nvSpPr>
      <dsp:spPr>
        <a:xfrm>
          <a:off x="6002" y="424101"/>
          <a:ext cx="5623138" cy="525995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8000"/>
                <a:shade val="25000"/>
                <a:satMod val="250000"/>
              </a:schemeClr>
            </a:gs>
            <a:gs pos="68000">
              <a:schemeClr val="accent1">
                <a:hueOff val="0"/>
                <a:satOff val="0"/>
                <a:lumOff val="0"/>
                <a:alphaOff val="0"/>
                <a:tint val="86000"/>
                <a:satMod val="115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  <a:ln>
          <a:noFill/>
        </a:ln>
        <a:effectLst>
          <a:outerShdw blurRad="57150" dist="38100" dir="5400000" algn="ctr" rotWithShape="0">
            <a:schemeClr val="accent1">
              <a:hueOff val="0"/>
              <a:satOff val="0"/>
              <a:lumOff val="0"/>
              <a:alphaOff val="0"/>
              <a:shade val="9000"/>
              <a:satMod val="105000"/>
              <a:alpha val="48000"/>
            </a:scheme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7150" tIns="38100" rIns="57150" bIns="38100" numCol="1" spcCol="1270" anchor="ctr" anchorCtr="0">
          <a:noAutofit/>
        </a:bodyPr>
        <a:lstStyle/>
        <a:p>
          <a:pPr lvl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3000" kern="1200" dirty="0" smtClean="0">
              <a:solidFill>
                <a:schemeClr val="bg1"/>
              </a:solidFill>
              <a:latin typeface="+mj-lt"/>
            </a:rPr>
            <a:t>Задачи</a:t>
          </a:r>
          <a:endParaRPr lang="ru-RU" sz="3000" kern="1200" dirty="0">
            <a:solidFill>
              <a:schemeClr val="bg1"/>
            </a:solidFill>
            <a:latin typeface="+mj-lt"/>
          </a:endParaRPr>
        </a:p>
      </dsp:txBody>
      <dsp:txXfrm>
        <a:off x="21408" y="439507"/>
        <a:ext cx="5592326" cy="495183"/>
      </dsp:txXfrm>
    </dsp:sp>
    <dsp:sp modelId="{E97F6A05-7D7E-42CF-A025-783C256FF1A4}">
      <dsp:nvSpPr>
        <dsp:cNvPr id="0" name=""/>
        <dsp:cNvSpPr/>
      </dsp:nvSpPr>
      <dsp:spPr>
        <a:xfrm>
          <a:off x="568316" y="950097"/>
          <a:ext cx="562313" cy="39449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94496"/>
              </a:lnTo>
              <a:lnTo>
                <a:pt x="562313" y="394496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flat" dir="t"/>
        </a:scene3d>
        <a:sp3d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97AEA4A-0E44-40E5-A385-7D114752559D}">
      <dsp:nvSpPr>
        <dsp:cNvPr id="0" name=""/>
        <dsp:cNvSpPr/>
      </dsp:nvSpPr>
      <dsp:spPr>
        <a:xfrm>
          <a:off x="1130630" y="1081596"/>
          <a:ext cx="4392478" cy="52599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7150" dist="38100" dir="5400000" algn="ctr" rotWithShape="0">
            <a:schemeClr val="lt1">
              <a:alpha val="90000"/>
              <a:hueOff val="0"/>
              <a:satOff val="0"/>
              <a:lumOff val="0"/>
              <a:alphaOff val="0"/>
              <a:shade val="9000"/>
              <a:satMod val="105000"/>
              <a:alpha val="48000"/>
            </a:schemeClr>
          </a:outerShdw>
        </a:effectLst>
        <a:scene3d>
          <a:camera prst="orthographicFront"/>
          <a:lightRig rig="flat" dir="t"/>
        </a:scene3d>
        <a:sp3d z="-190500"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38100" tIns="25400" rIns="38100" bIns="25400" numCol="1" spcCol="1270" anchor="ctr" anchorCtr="0">
          <a:noAutofit/>
        </a:bodyPr>
        <a:lstStyle/>
        <a:p>
          <a:pPr lvl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000" kern="1200" dirty="0" smtClean="0">
              <a:latin typeface="+mj-lt"/>
            </a:rPr>
            <a:t>Определить необходимый функционал приложения</a:t>
          </a:r>
          <a:endParaRPr lang="ru-RU" sz="2000" kern="1200" dirty="0">
            <a:latin typeface="+mj-lt"/>
          </a:endParaRPr>
        </a:p>
      </dsp:txBody>
      <dsp:txXfrm>
        <a:off x="1146036" y="1097002"/>
        <a:ext cx="4361666" cy="495183"/>
      </dsp:txXfrm>
    </dsp:sp>
    <dsp:sp modelId="{A95987E4-1E09-47F4-818D-61FCF22EA304}">
      <dsp:nvSpPr>
        <dsp:cNvPr id="0" name=""/>
        <dsp:cNvSpPr/>
      </dsp:nvSpPr>
      <dsp:spPr>
        <a:xfrm>
          <a:off x="568316" y="950097"/>
          <a:ext cx="562313" cy="105199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051991"/>
              </a:lnTo>
              <a:lnTo>
                <a:pt x="562313" y="1051991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flat" dir="t"/>
        </a:scene3d>
        <a:sp3d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F7B4ADA-0B7F-410D-8FB4-FFABE0DAD0D7}">
      <dsp:nvSpPr>
        <dsp:cNvPr id="0" name=""/>
        <dsp:cNvSpPr/>
      </dsp:nvSpPr>
      <dsp:spPr>
        <a:xfrm>
          <a:off x="1130630" y="1739091"/>
          <a:ext cx="4392478" cy="52599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7150" dist="38100" dir="5400000" algn="ctr" rotWithShape="0">
            <a:schemeClr val="lt1">
              <a:alpha val="90000"/>
              <a:hueOff val="0"/>
              <a:satOff val="0"/>
              <a:lumOff val="0"/>
              <a:alphaOff val="0"/>
              <a:shade val="9000"/>
              <a:satMod val="105000"/>
              <a:alpha val="48000"/>
            </a:schemeClr>
          </a:outerShdw>
        </a:effectLst>
        <a:scene3d>
          <a:camera prst="orthographicFront"/>
          <a:lightRig rig="flat" dir="t"/>
        </a:scene3d>
        <a:sp3d z="-190500"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38100" tIns="25400" rIns="38100" bIns="25400" numCol="1" spcCol="1270" anchor="ctr" anchorCtr="0">
          <a:noAutofit/>
        </a:bodyPr>
        <a:lstStyle/>
        <a:p>
          <a:pPr lvl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000" kern="1200" dirty="0" smtClean="0">
              <a:latin typeface="+mj-lt"/>
            </a:rPr>
            <a:t>Подготовить</a:t>
          </a:r>
          <a:r>
            <a:rPr lang="ru-RU" sz="2000" kern="1200" baseline="0" dirty="0" smtClean="0">
              <a:latin typeface="+mj-lt"/>
            </a:rPr>
            <a:t> структуру приложения</a:t>
          </a:r>
          <a:endParaRPr lang="ru-RU" sz="2000" kern="1200" dirty="0">
            <a:latin typeface="+mj-lt"/>
          </a:endParaRPr>
        </a:p>
      </dsp:txBody>
      <dsp:txXfrm>
        <a:off x="1146036" y="1754497"/>
        <a:ext cx="4361666" cy="495183"/>
      </dsp:txXfrm>
    </dsp:sp>
    <dsp:sp modelId="{6BCDF554-0152-4C23-811D-A6805B9A61D1}">
      <dsp:nvSpPr>
        <dsp:cNvPr id="0" name=""/>
        <dsp:cNvSpPr/>
      </dsp:nvSpPr>
      <dsp:spPr>
        <a:xfrm>
          <a:off x="568316" y="950097"/>
          <a:ext cx="562313" cy="170948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709486"/>
              </a:lnTo>
              <a:lnTo>
                <a:pt x="562313" y="1709486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flat" dir="t"/>
        </a:scene3d>
        <a:sp3d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20D87AF-4F2B-4280-BC55-B6F24CE01CDA}">
      <dsp:nvSpPr>
        <dsp:cNvPr id="0" name=""/>
        <dsp:cNvSpPr/>
      </dsp:nvSpPr>
      <dsp:spPr>
        <a:xfrm>
          <a:off x="1130630" y="2396586"/>
          <a:ext cx="4392478" cy="52599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7150" dist="38100" dir="5400000" algn="ctr" rotWithShape="0">
            <a:schemeClr val="lt1">
              <a:alpha val="90000"/>
              <a:hueOff val="0"/>
              <a:satOff val="0"/>
              <a:lumOff val="0"/>
              <a:alphaOff val="0"/>
              <a:shade val="9000"/>
              <a:satMod val="105000"/>
              <a:alpha val="48000"/>
            </a:schemeClr>
          </a:outerShdw>
        </a:effectLst>
        <a:scene3d>
          <a:camera prst="orthographicFront"/>
          <a:lightRig rig="flat" dir="t"/>
        </a:scene3d>
        <a:sp3d z="-190500"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38100" tIns="25400" rIns="38100" bIns="25400" numCol="1" spcCol="1270" anchor="ctr" anchorCtr="0">
          <a:noAutofit/>
        </a:bodyPr>
        <a:lstStyle/>
        <a:p>
          <a:pPr lvl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000" kern="1200" dirty="0" smtClean="0">
              <a:solidFill>
                <a:schemeClr val="tx1"/>
              </a:solidFill>
              <a:latin typeface="+mj-lt"/>
            </a:rPr>
            <a:t>Подготовить</a:t>
          </a:r>
          <a:r>
            <a:rPr lang="en-US" sz="2000" kern="1200" dirty="0" smtClean="0">
              <a:solidFill>
                <a:schemeClr val="tx1"/>
              </a:solidFill>
              <a:latin typeface="+mj-lt"/>
            </a:rPr>
            <a:t> UI-</a:t>
          </a:r>
          <a:r>
            <a:rPr lang="ru-RU" sz="2000" kern="1200" dirty="0" smtClean="0">
              <a:solidFill>
                <a:schemeClr val="tx1"/>
              </a:solidFill>
              <a:latin typeface="+mj-lt"/>
            </a:rPr>
            <a:t>шаблоны окон</a:t>
          </a:r>
          <a:endParaRPr lang="ru-RU" sz="2000" kern="1200" dirty="0">
            <a:solidFill>
              <a:schemeClr val="tx1"/>
            </a:solidFill>
            <a:latin typeface="+mj-lt"/>
          </a:endParaRPr>
        </a:p>
      </dsp:txBody>
      <dsp:txXfrm>
        <a:off x="1146036" y="2411992"/>
        <a:ext cx="4361666" cy="495183"/>
      </dsp:txXfrm>
    </dsp:sp>
    <dsp:sp modelId="{9D657C63-8E28-41F3-AFF5-73484B85CBD7}">
      <dsp:nvSpPr>
        <dsp:cNvPr id="0" name=""/>
        <dsp:cNvSpPr/>
      </dsp:nvSpPr>
      <dsp:spPr>
        <a:xfrm>
          <a:off x="568316" y="950097"/>
          <a:ext cx="562313" cy="236698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366981"/>
              </a:lnTo>
              <a:lnTo>
                <a:pt x="562313" y="2366981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flat" dir="t"/>
        </a:scene3d>
        <a:sp3d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901AA30-00C1-4691-8DB7-2F73B4AEEC93}">
      <dsp:nvSpPr>
        <dsp:cNvPr id="0" name=""/>
        <dsp:cNvSpPr/>
      </dsp:nvSpPr>
      <dsp:spPr>
        <a:xfrm>
          <a:off x="1130630" y="3054081"/>
          <a:ext cx="4392478" cy="52599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7150" dist="38100" dir="5400000" algn="ctr" rotWithShape="0">
            <a:schemeClr val="lt1">
              <a:alpha val="90000"/>
              <a:hueOff val="0"/>
              <a:satOff val="0"/>
              <a:lumOff val="0"/>
              <a:alphaOff val="0"/>
              <a:shade val="9000"/>
              <a:satMod val="105000"/>
              <a:alpha val="48000"/>
            </a:schemeClr>
          </a:outerShdw>
        </a:effectLst>
        <a:scene3d>
          <a:camera prst="orthographicFront"/>
          <a:lightRig rig="flat" dir="t"/>
        </a:scene3d>
        <a:sp3d z="-190500"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38100" tIns="25400" rIns="38100" bIns="25400" numCol="1" spcCol="1270" anchor="ctr" anchorCtr="0">
          <a:noAutofit/>
        </a:bodyPr>
        <a:lstStyle/>
        <a:p>
          <a:pPr lvl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000" kern="1200" dirty="0" smtClean="0">
              <a:latin typeface="+mj-lt"/>
            </a:rPr>
            <a:t>Создать классы для реализации окон</a:t>
          </a:r>
          <a:r>
            <a:rPr lang="en-US" sz="2000" kern="1200" dirty="0" smtClean="0">
              <a:latin typeface="+mj-lt"/>
            </a:rPr>
            <a:t>,</a:t>
          </a:r>
          <a:r>
            <a:rPr lang="ru-RU" sz="2000" kern="1200" dirty="0" smtClean="0">
              <a:latin typeface="+mj-lt"/>
            </a:rPr>
            <a:t> карты</a:t>
          </a:r>
          <a:r>
            <a:rPr lang="en-US" sz="2000" kern="1200" dirty="0" smtClean="0">
              <a:latin typeface="+mj-lt"/>
            </a:rPr>
            <a:t> </a:t>
          </a:r>
          <a:r>
            <a:rPr lang="ru-RU" sz="2000" kern="1200" dirty="0" smtClean="0">
              <a:latin typeface="+mj-lt"/>
            </a:rPr>
            <a:t>и </a:t>
          </a:r>
          <a:r>
            <a:rPr lang="en-US" sz="2000" kern="1200" dirty="0" err="1" smtClean="0">
              <a:latin typeface="+mj-lt"/>
            </a:rPr>
            <a:t>bluetooth</a:t>
          </a:r>
          <a:endParaRPr lang="ru-RU" sz="2000" kern="1200" dirty="0">
            <a:latin typeface="+mj-lt"/>
          </a:endParaRPr>
        </a:p>
      </dsp:txBody>
      <dsp:txXfrm>
        <a:off x="1146036" y="3069487"/>
        <a:ext cx="4361666" cy="495183"/>
      </dsp:txXfrm>
    </dsp:sp>
    <dsp:sp modelId="{33716FCF-5EA7-4D7A-81A0-9C8B7D341B61}">
      <dsp:nvSpPr>
        <dsp:cNvPr id="0" name=""/>
        <dsp:cNvSpPr/>
      </dsp:nvSpPr>
      <dsp:spPr>
        <a:xfrm>
          <a:off x="568316" y="950097"/>
          <a:ext cx="562313" cy="302447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024476"/>
              </a:lnTo>
              <a:lnTo>
                <a:pt x="562313" y="3024476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flat" dir="t"/>
        </a:scene3d>
        <a:sp3d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3D00923-E1F5-4056-B0D4-77F0DD390DF8}">
      <dsp:nvSpPr>
        <dsp:cNvPr id="0" name=""/>
        <dsp:cNvSpPr/>
      </dsp:nvSpPr>
      <dsp:spPr>
        <a:xfrm>
          <a:off x="1130630" y="3711576"/>
          <a:ext cx="4392478" cy="52599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7150" dist="38100" dir="5400000" algn="ctr" rotWithShape="0">
            <a:schemeClr val="lt1">
              <a:alpha val="90000"/>
              <a:hueOff val="0"/>
              <a:satOff val="0"/>
              <a:lumOff val="0"/>
              <a:alphaOff val="0"/>
              <a:shade val="9000"/>
              <a:satMod val="105000"/>
              <a:alpha val="48000"/>
            </a:schemeClr>
          </a:outerShdw>
        </a:effectLst>
        <a:scene3d>
          <a:camera prst="orthographicFront"/>
          <a:lightRig rig="flat" dir="t"/>
        </a:scene3d>
        <a:sp3d z="-190500"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38100" tIns="25400" rIns="38100" bIns="25400" numCol="1" spcCol="1270" anchor="ctr" anchorCtr="0">
          <a:noAutofit/>
        </a:bodyPr>
        <a:lstStyle/>
        <a:p>
          <a:pPr lvl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000" kern="1200" dirty="0" smtClean="0">
              <a:latin typeface="+mj-lt"/>
            </a:rPr>
            <a:t>Разработать код</a:t>
          </a:r>
          <a:r>
            <a:rPr lang="en-US" sz="2000" kern="1200" dirty="0" smtClean="0">
              <a:latin typeface="+mj-lt"/>
            </a:rPr>
            <a:t> HTML</a:t>
          </a:r>
          <a:r>
            <a:rPr lang="ru-RU" sz="2000" kern="1200" dirty="0" smtClean="0">
              <a:latin typeface="+mj-lt"/>
            </a:rPr>
            <a:t> и </a:t>
          </a:r>
          <a:r>
            <a:rPr lang="en-US" sz="2000" kern="1200" dirty="0" smtClean="0">
              <a:latin typeface="+mj-lt"/>
            </a:rPr>
            <a:t>JavaScript </a:t>
          </a:r>
          <a:r>
            <a:rPr lang="ru-RU" sz="2000" kern="1200" dirty="0" smtClean="0">
              <a:latin typeface="+mj-lt"/>
            </a:rPr>
            <a:t>для реализации Яндекс Карты </a:t>
          </a:r>
          <a:endParaRPr lang="ru-RU" sz="2000" kern="1200" dirty="0">
            <a:latin typeface="+mj-lt"/>
          </a:endParaRPr>
        </a:p>
      </dsp:txBody>
      <dsp:txXfrm>
        <a:off x="1146036" y="3726982"/>
        <a:ext cx="4361666" cy="495183"/>
      </dsp:txXfrm>
    </dsp:sp>
    <dsp:sp modelId="{74E993EC-8E18-4068-ACB4-AC69DB249FBA}">
      <dsp:nvSpPr>
        <dsp:cNvPr id="0" name=""/>
        <dsp:cNvSpPr/>
      </dsp:nvSpPr>
      <dsp:spPr>
        <a:xfrm>
          <a:off x="568316" y="950097"/>
          <a:ext cx="562313" cy="368197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681971"/>
              </a:lnTo>
              <a:lnTo>
                <a:pt x="562313" y="3681971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flat" dir="t"/>
        </a:scene3d>
        <a:sp3d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109E108-7674-4463-A2EF-68C823D0F069}">
      <dsp:nvSpPr>
        <dsp:cNvPr id="0" name=""/>
        <dsp:cNvSpPr/>
      </dsp:nvSpPr>
      <dsp:spPr>
        <a:xfrm>
          <a:off x="1130630" y="4369071"/>
          <a:ext cx="4392478" cy="52599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7150" dist="38100" dir="5400000" algn="ctr" rotWithShape="0">
            <a:schemeClr val="lt1">
              <a:alpha val="90000"/>
              <a:hueOff val="0"/>
              <a:satOff val="0"/>
              <a:lumOff val="0"/>
              <a:alphaOff val="0"/>
              <a:shade val="9000"/>
              <a:satMod val="105000"/>
              <a:alpha val="48000"/>
            </a:schemeClr>
          </a:outerShdw>
        </a:effectLst>
        <a:scene3d>
          <a:camera prst="orthographicFront"/>
          <a:lightRig rig="flat" dir="t"/>
        </a:scene3d>
        <a:sp3d z="-190500"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38100" tIns="25400" rIns="38100" bIns="25400" numCol="1" spcCol="1270" anchor="ctr" anchorCtr="0">
          <a:noAutofit/>
        </a:bodyPr>
        <a:lstStyle/>
        <a:p>
          <a:pPr lvl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000" kern="1200" dirty="0" smtClean="0">
              <a:latin typeface="+mj-lt"/>
            </a:rPr>
            <a:t>Протестировать</a:t>
          </a:r>
          <a:r>
            <a:rPr lang="ru-RU" sz="2000" kern="1200" baseline="0" dirty="0" smtClean="0">
              <a:latin typeface="+mj-lt"/>
            </a:rPr>
            <a:t> работу приложения</a:t>
          </a:r>
          <a:endParaRPr lang="ru-RU" sz="2000" kern="1200" dirty="0">
            <a:latin typeface="+mj-lt"/>
          </a:endParaRPr>
        </a:p>
      </dsp:txBody>
      <dsp:txXfrm>
        <a:off x="1146036" y="4384477"/>
        <a:ext cx="4361666" cy="495183"/>
      </dsp:txXfrm>
    </dsp:sp>
    <dsp:sp modelId="{4C89AFA7-F26A-4743-AD14-61CA329241AC}">
      <dsp:nvSpPr>
        <dsp:cNvPr id="0" name=""/>
        <dsp:cNvSpPr/>
      </dsp:nvSpPr>
      <dsp:spPr>
        <a:xfrm>
          <a:off x="5892138" y="424101"/>
          <a:ext cx="5623138" cy="525995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8000"/>
                <a:shade val="25000"/>
                <a:satMod val="250000"/>
              </a:schemeClr>
            </a:gs>
            <a:gs pos="68000">
              <a:schemeClr val="accent1">
                <a:hueOff val="0"/>
                <a:satOff val="0"/>
                <a:lumOff val="0"/>
                <a:alphaOff val="0"/>
                <a:tint val="86000"/>
                <a:satMod val="115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  <a:ln>
          <a:noFill/>
        </a:ln>
        <a:effectLst>
          <a:outerShdw blurRad="57150" dist="38100" dir="5400000" algn="ctr" rotWithShape="0">
            <a:schemeClr val="accent1">
              <a:hueOff val="0"/>
              <a:satOff val="0"/>
              <a:lumOff val="0"/>
              <a:alphaOff val="0"/>
              <a:shade val="9000"/>
              <a:satMod val="105000"/>
              <a:alpha val="48000"/>
            </a:scheme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7150" tIns="38100" rIns="57150" bIns="38100" numCol="1" spcCol="1270" anchor="ctr" anchorCtr="0">
          <a:noAutofit/>
        </a:bodyPr>
        <a:lstStyle/>
        <a:p>
          <a:pPr lvl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3000" kern="1200" dirty="0" smtClean="0">
              <a:solidFill>
                <a:schemeClr val="bg1"/>
              </a:solidFill>
              <a:latin typeface="+mj-lt"/>
            </a:rPr>
            <a:t>Технологии</a:t>
          </a:r>
          <a:endParaRPr lang="ru-RU" sz="3000" kern="1200" dirty="0">
            <a:solidFill>
              <a:schemeClr val="bg1"/>
            </a:solidFill>
            <a:latin typeface="+mj-lt"/>
          </a:endParaRPr>
        </a:p>
      </dsp:txBody>
      <dsp:txXfrm>
        <a:off x="5907544" y="439507"/>
        <a:ext cx="5592326" cy="495183"/>
      </dsp:txXfrm>
    </dsp:sp>
    <dsp:sp modelId="{F4119F7C-9096-42B4-9EA4-97AAE22CF2C5}">
      <dsp:nvSpPr>
        <dsp:cNvPr id="0" name=""/>
        <dsp:cNvSpPr/>
      </dsp:nvSpPr>
      <dsp:spPr>
        <a:xfrm>
          <a:off x="6454452" y="950097"/>
          <a:ext cx="562313" cy="39449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94496"/>
              </a:lnTo>
              <a:lnTo>
                <a:pt x="562313" y="394496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flat" dir="t"/>
        </a:scene3d>
        <a:sp3d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9DB4D29-4244-435C-85B4-B866B31F1410}">
      <dsp:nvSpPr>
        <dsp:cNvPr id="0" name=""/>
        <dsp:cNvSpPr/>
      </dsp:nvSpPr>
      <dsp:spPr>
        <a:xfrm>
          <a:off x="7016766" y="1081596"/>
          <a:ext cx="4392478" cy="52599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7150" dist="38100" dir="5400000" algn="ctr" rotWithShape="0">
            <a:schemeClr val="lt1">
              <a:alpha val="90000"/>
              <a:hueOff val="0"/>
              <a:satOff val="0"/>
              <a:lumOff val="0"/>
              <a:alphaOff val="0"/>
              <a:shade val="9000"/>
              <a:satMod val="105000"/>
              <a:alpha val="48000"/>
            </a:schemeClr>
          </a:outerShdw>
        </a:effectLst>
        <a:scene3d>
          <a:camera prst="orthographicFront"/>
          <a:lightRig rig="flat" dir="t"/>
        </a:scene3d>
        <a:sp3d z="-190500"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38100" tIns="25400" rIns="38100" bIns="25400" numCol="1" spcCol="1270" anchor="ctr" anchorCtr="0">
          <a:noAutofit/>
        </a:bodyPr>
        <a:lstStyle/>
        <a:p>
          <a:pPr lvl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000" kern="1200" dirty="0" smtClean="0">
              <a:latin typeface="+mj-lt"/>
            </a:rPr>
            <a:t>Язык программирования </a:t>
          </a:r>
          <a:r>
            <a:rPr lang="en-US" sz="2000" kern="1200" dirty="0" smtClean="0">
              <a:latin typeface="+mj-lt"/>
            </a:rPr>
            <a:t>Python</a:t>
          </a:r>
          <a:endParaRPr lang="ru-RU" sz="2000" kern="1200" dirty="0">
            <a:latin typeface="+mj-lt"/>
          </a:endParaRPr>
        </a:p>
      </dsp:txBody>
      <dsp:txXfrm>
        <a:off x="7032172" y="1097002"/>
        <a:ext cx="4361666" cy="495183"/>
      </dsp:txXfrm>
    </dsp:sp>
    <dsp:sp modelId="{6F8EC973-2E21-432C-9D2E-DA333D8DDB44}">
      <dsp:nvSpPr>
        <dsp:cNvPr id="0" name=""/>
        <dsp:cNvSpPr/>
      </dsp:nvSpPr>
      <dsp:spPr>
        <a:xfrm>
          <a:off x="6454452" y="950097"/>
          <a:ext cx="562313" cy="105199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051991"/>
              </a:lnTo>
              <a:lnTo>
                <a:pt x="562313" y="1051991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flat" dir="t"/>
        </a:scene3d>
        <a:sp3d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D4DFE44-5669-4C29-8ADB-A6789EA566FF}">
      <dsp:nvSpPr>
        <dsp:cNvPr id="0" name=""/>
        <dsp:cNvSpPr/>
      </dsp:nvSpPr>
      <dsp:spPr>
        <a:xfrm>
          <a:off x="7016766" y="1739091"/>
          <a:ext cx="4392478" cy="52599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7150" dist="38100" dir="5400000" algn="ctr" rotWithShape="0">
            <a:schemeClr val="lt1">
              <a:alpha val="90000"/>
              <a:hueOff val="0"/>
              <a:satOff val="0"/>
              <a:lumOff val="0"/>
              <a:alphaOff val="0"/>
              <a:shade val="9000"/>
              <a:satMod val="105000"/>
              <a:alpha val="48000"/>
            </a:schemeClr>
          </a:outerShdw>
        </a:effectLst>
        <a:scene3d>
          <a:camera prst="orthographicFront"/>
          <a:lightRig rig="flat" dir="t"/>
        </a:scene3d>
        <a:sp3d z="-190500"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38100" tIns="25400" rIns="38100" bIns="25400" numCol="1" spcCol="1270" anchor="ctr" anchorCtr="0">
          <a:noAutofit/>
        </a:bodyPr>
        <a:lstStyle/>
        <a:p>
          <a:pPr lvl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000" kern="1200" dirty="0" smtClean="0">
              <a:latin typeface="+mj-lt"/>
            </a:rPr>
            <a:t>Язык </a:t>
          </a:r>
          <a:r>
            <a:rPr lang="en-US" sz="2000" kern="1200" dirty="0" smtClean="0">
              <a:latin typeface="+mj-lt"/>
            </a:rPr>
            <a:t>HTML, </a:t>
          </a:r>
          <a:r>
            <a:rPr lang="en-US" sz="2000" kern="1200" dirty="0" smtClean="0">
              <a:latin typeface="+mj-lt"/>
            </a:rPr>
            <a:t>JavaScript </a:t>
          </a:r>
          <a:r>
            <a:rPr lang="ru-RU" sz="2000" kern="1200" dirty="0" smtClean="0">
              <a:latin typeface="+mj-lt"/>
            </a:rPr>
            <a:t>и </a:t>
          </a:r>
          <a:r>
            <a:rPr lang="en-US" sz="2000" kern="1200" dirty="0" smtClean="0">
              <a:latin typeface="+mj-lt"/>
            </a:rPr>
            <a:t>API </a:t>
          </a:r>
          <a:r>
            <a:rPr lang="ru-RU" sz="2000" kern="1200" dirty="0" smtClean="0">
              <a:latin typeface="+mj-lt"/>
            </a:rPr>
            <a:t>Яндекс </a:t>
          </a:r>
          <a:r>
            <a:rPr lang="ru-RU" sz="2000" kern="1200" dirty="0" smtClean="0">
              <a:latin typeface="+mj-lt"/>
            </a:rPr>
            <a:t>Карт</a:t>
          </a:r>
          <a:r>
            <a:rPr lang="en-US" sz="2000" kern="1200" dirty="0" smtClean="0">
              <a:latin typeface="+mj-lt"/>
            </a:rPr>
            <a:t>,</a:t>
          </a:r>
          <a:r>
            <a:rPr lang="ru-RU" sz="2000" kern="1200" dirty="0" smtClean="0">
              <a:latin typeface="+mj-lt"/>
            </a:rPr>
            <a:t> библиотека </a:t>
          </a:r>
          <a:r>
            <a:rPr lang="en-US" sz="2000" kern="1200" dirty="0" err="1" smtClean="0">
              <a:latin typeface="+mj-lt"/>
            </a:rPr>
            <a:t>Json</a:t>
          </a:r>
          <a:r>
            <a:rPr lang="en-US" sz="2000" kern="1200" dirty="0" smtClean="0">
              <a:latin typeface="+mj-lt"/>
            </a:rPr>
            <a:t> </a:t>
          </a:r>
          <a:endParaRPr lang="ru-RU" sz="2000" kern="1200" dirty="0">
            <a:latin typeface="+mj-lt"/>
          </a:endParaRPr>
        </a:p>
      </dsp:txBody>
      <dsp:txXfrm>
        <a:off x="7032172" y="1754497"/>
        <a:ext cx="4361666" cy="495183"/>
      </dsp:txXfrm>
    </dsp:sp>
    <dsp:sp modelId="{C6C927BA-03AC-4749-867B-1F230314957A}">
      <dsp:nvSpPr>
        <dsp:cNvPr id="0" name=""/>
        <dsp:cNvSpPr/>
      </dsp:nvSpPr>
      <dsp:spPr>
        <a:xfrm>
          <a:off x="6454452" y="950097"/>
          <a:ext cx="562313" cy="170948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709486"/>
              </a:lnTo>
              <a:lnTo>
                <a:pt x="562313" y="1709486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flat" dir="t"/>
        </a:scene3d>
        <a:sp3d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83FC73D-D7D3-4048-8885-9BC1C7E65738}">
      <dsp:nvSpPr>
        <dsp:cNvPr id="0" name=""/>
        <dsp:cNvSpPr/>
      </dsp:nvSpPr>
      <dsp:spPr>
        <a:xfrm>
          <a:off x="7016766" y="2396586"/>
          <a:ext cx="4392478" cy="52599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7150" dist="38100" dir="5400000" algn="ctr" rotWithShape="0">
            <a:schemeClr val="lt1">
              <a:alpha val="90000"/>
              <a:hueOff val="0"/>
              <a:satOff val="0"/>
              <a:lumOff val="0"/>
              <a:alphaOff val="0"/>
              <a:shade val="9000"/>
              <a:satMod val="105000"/>
              <a:alpha val="48000"/>
            </a:schemeClr>
          </a:outerShdw>
        </a:effectLst>
        <a:scene3d>
          <a:camera prst="orthographicFront"/>
          <a:lightRig rig="flat" dir="t"/>
        </a:scene3d>
        <a:sp3d z="-190500"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38100" tIns="25400" rIns="38100" bIns="25400" numCol="1" spcCol="1270" anchor="ctr" anchorCtr="0">
          <a:noAutofit/>
        </a:bodyPr>
        <a:lstStyle/>
        <a:p>
          <a:pPr lvl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000" kern="1200" dirty="0" smtClean="0">
              <a:latin typeface="+mj-lt"/>
            </a:rPr>
            <a:t>Библиотека </a:t>
          </a:r>
          <a:r>
            <a:rPr lang="en-US" sz="2000" kern="1200" dirty="0" smtClean="0">
              <a:latin typeface="+mj-lt"/>
            </a:rPr>
            <a:t>PyQt6 </a:t>
          </a:r>
          <a:r>
            <a:rPr lang="ru-RU" sz="2000" kern="1200" dirty="0" smtClean="0">
              <a:latin typeface="+mj-lt"/>
            </a:rPr>
            <a:t>и </a:t>
          </a:r>
          <a:r>
            <a:rPr lang="en-US" sz="2000" kern="1200" dirty="0" err="1" smtClean="0">
              <a:latin typeface="+mj-lt"/>
            </a:rPr>
            <a:t>QtWebEngine</a:t>
          </a:r>
          <a:endParaRPr lang="ru-RU" sz="2000" kern="1200" dirty="0">
            <a:latin typeface="+mj-lt"/>
          </a:endParaRPr>
        </a:p>
      </dsp:txBody>
      <dsp:txXfrm>
        <a:off x="7032172" y="2411992"/>
        <a:ext cx="4361666" cy="495183"/>
      </dsp:txXfrm>
    </dsp:sp>
    <dsp:sp modelId="{1CAA8E40-1203-46F3-9FE8-C2DC06D068C8}">
      <dsp:nvSpPr>
        <dsp:cNvPr id="0" name=""/>
        <dsp:cNvSpPr/>
      </dsp:nvSpPr>
      <dsp:spPr>
        <a:xfrm>
          <a:off x="6454452" y="950097"/>
          <a:ext cx="562313" cy="236698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366981"/>
              </a:lnTo>
              <a:lnTo>
                <a:pt x="562313" y="2366981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flat" dir="t"/>
        </a:scene3d>
        <a:sp3d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7384D9F-C2E5-416C-A216-AFB19D60F022}">
      <dsp:nvSpPr>
        <dsp:cNvPr id="0" name=""/>
        <dsp:cNvSpPr/>
      </dsp:nvSpPr>
      <dsp:spPr>
        <a:xfrm>
          <a:off x="7016766" y="3054081"/>
          <a:ext cx="4392478" cy="52599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7150" dist="38100" dir="5400000" algn="ctr" rotWithShape="0">
            <a:schemeClr val="lt1">
              <a:alpha val="90000"/>
              <a:hueOff val="0"/>
              <a:satOff val="0"/>
              <a:lumOff val="0"/>
              <a:alphaOff val="0"/>
              <a:shade val="9000"/>
              <a:satMod val="105000"/>
              <a:alpha val="48000"/>
            </a:schemeClr>
          </a:outerShdw>
        </a:effectLst>
        <a:scene3d>
          <a:camera prst="orthographicFront"/>
          <a:lightRig rig="flat" dir="t"/>
        </a:scene3d>
        <a:sp3d z="-190500"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38100" tIns="25400" rIns="38100" bIns="25400" numCol="1" spcCol="1270" anchor="ctr" anchorCtr="0">
          <a:noAutofit/>
        </a:bodyPr>
        <a:lstStyle/>
        <a:p>
          <a:pPr lvl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000" kern="1200" dirty="0" smtClean="0">
              <a:latin typeface="+mj-lt"/>
            </a:rPr>
            <a:t>Библиотека</a:t>
          </a:r>
          <a:r>
            <a:rPr lang="en-US" sz="2000" kern="1200" dirty="0" smtClean="0">
              <a:latin typeface="+mj-lt"/>
            </a:rPr>
            <a:t> </a:t>
          </a:r>
          <a:r>
            <a:rPr lang="en-US" sz="2000" kern="1200" dirty="0" err="1" smtClean="0">
              <a:latin typeface="+mj-lt"/>
            </a:rPr>
            <a:t>QtBluetooth</a:t>
          </a:r>
          <a:endParaRPr lang="ru-RU" sz="2000" kern="1200" dirty="0">
            <a:latin typeface="+mj-lt"/>
          </a:endParaRPr>
        </a:p>
      </dsp:txBody>
      <dsp:txXfrm>
        <a:off x="7032172" y="3069487"/>
        <a:ext cx="4361666" cy="495183"/>
      </dsp:txXfrm>
    </dsp:sp>
    <dsp:sp modelId="{5CAFBE8B-CE8D-4340-B5D9-0E9DAC83A672}">
      <dsp:nvSpPr>
        <dsp:cNvPr id="0" name=""/>
        <dsp:cNvSpPr/>
      </dsp:nvSpPr>
      <dsp:spPr>
        <a:xfrm>
          <a:off x="6454452" y="950097"/>
          <a:ext cx="562313" cy="302447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024476"/>
              </a:lnTo>
              <a:lnTo>
                <a:pt x="562313" y="3024476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flat" dir="t"/>
        </a:scene3d>
        <a:sp3d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89B5C8D-3D94-4F4C-A418-66314CA66898}">
      <dsp:nvSpPr>
        <dsp:cNvPr id="0" name=""/>
        <dsp:cNvSpPr/>
      </dsp:nvSpPr>
      <dsp:spPr>
        <a:xfrm>
          <a:off x="7016766" y="3711576"/>
          <a:ext cx="4392478" cy="52599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7150" dist="38100" dir="5400000" algn="ctr" rotWithShape="0">
            <a:schemeClr val="lt1">
              <a:alpha val="90000"/>
              <a:hueOff val="0"/>
              <a:satOff val="0"/>
              <a:lumOff val="0"/>
              <a:alphaOff val="0"/>
              <a:shade val="9000"/>
              <a:satMod val="105000"/>
              <a:alpha val="48000"/>
            </a:schemeClr>
          </a:outerShdw>
        </a:effectLst>
        <a:scene3d>
          <a:camera prst="orthographicFront"/>
          <a:lightRig rig="flat" dir="t"/>
        </a:scene3d>
        <a:sp3d z="-190500"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38100" tIns="25400" rIns="38100" bIns="25400" numCol="1" spcCol="1270" anchor="ctr" anchorCtr="0">
          <a:noAutofit/>
        </a:bodyPr>
        <a:lstStyle/>
        <a:p>
          <a:pPr lvl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000" kern="1200" dirty="0" smtClean="0">
              <a:latin typeface="+mj-lt"/>
            </a:rPr>
            <a:t>Среда программирования </a:t>
          </a:r>
          <a:r>
            <a:rPr lang="en-US" sz="2000" kern="1200" dirty="0" err="1" smtClean="0">
              <a:latin typeface="+mj-lt"/>
            </a:rPr>
            <a:t>PyCharm</a:t>
          </a:r>
          <a:endParaRPr lang="ru-RU" sz="2000" kern="1200" dirty="0">
            <a:latin typeface="+mj-lt"/>
          </a:endParaRPr>
        </a:p>
      </dsp:txBody>
      <dsp:txXfrm>
        <a:off x="7032172" y="3726982"/>
        <a:ext cx="4361666" cy="495183"/>
      </dsp:txXfrm>
    </dsp:sp>
    <dsp:sp modelId="{EC47FCF6-2AB3-46B9-AB74-F75F42BCEBCC}">
      <dsp:nvSpPr>
        <dsp:cNvPr id="0" name=""/>
        <dsp:cNvSpPr/>
      </dsp:nvSpPr>
      <dsp:spPr>
        <a:xfrm>
          <a:off x="6454452" y="950097"/>
          <a:ext cx="562313" cy="368197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681971"/>
              </a:lnTo>
              <a:lnTo>
                <a:pt x="562313" y="3681971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flat" dir="t"/>
        </a:scene3d>
        <a:sp3d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BE9D80D-BC24-4A67-B6C2-8151A2B77A8D}">
      <dsp:nvSpPr>
        <dsp:cNvPr id="0" name=""/>
        <dsp:cNvSpPr/>
      </dsp:nvSpPr>
      <dsp:spPr>
        <a:xfrm>
          <a:off x="7016766" y="4369071"/>
          <a:ext cx="4392478" cy="52599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7150" dist="38100" dir="5400000" algn="ctr" rotWithShape="0">
            <a:schemeClr val="lt1">
              <a:alpha val="90000"/>
              <a:hueOff val="0"/>
              <a:satOff val="0"/>
              <a:lumOff val="0"/>
              <a:alphaOff val="0"/>
              <a:shade val="9000"/>
              <a:satMod val="105000"/>
              <a:alpha val="48000"/>
            </a:schemeClr>
          </a:outerShdw>
        </a:effectLst>
        <a:scene3d>
          <a:camera prst="orthographicFront"/>
          <a:lightRig rig="flat" dir="t"/>
        </a:scene3d>
        <a:sp3d z="-190500"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38100" tIns="25400" rIns="38100" bIns="25400" numCol="1" spcCol="1270" anchor="ctr" anchorCtr="0">
          <a:noAutofit/>
        </a:bodyPr>
        <a:lstStyle/>
        <a:p>
          <a:pPr lvl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err="1" smtClean="0">
              <a:latin typeface="+mj-lt"/>
            </a:rPr>
            <a:t>QtDesigner</a:t>
          </a:r>
          <a:r>
            <a:rPr lang="en-US" sz="2000" kern="1200" dirty="0" smtClean="0">
              <a:latin typeface="+mj-lt"/>
            </a:rPr>
            <a:t> </a:t>
          </a:r>
          <a:r>
            <a:rPr lang="ru-RU" sz="2000" kern="1200" dirty="0" smtClean="0">
              <a:latin typeface="+mj-lt"/>
            </a:rPr>
            <a:t>для создания интерфейса</a:t>
          </a:r>
          <a:endParaRPr lang="ru-RU" sz="2000" kern="1200" dirty="0">
            <a:latin typeface="+mj-lt"/>
          </a:endParaRPr>
        </a:p>
      </dsp:txBody>
      <dsp:txXfrm>
        <a:off x="7032172" y="4384477"/>
        <a:ext cx="4361666" cy="495183"/>
      </dsp:txXfrm>
    </dsp:sp>
    <dsp:sp modelId="{47F1C868-E714-48E5-A477-0D72E57E04F4}">
      <dsp:nvSpPr>
        <dsp:cNvPr id="0" name=""/>
        <dsp:cNvSpPr/>
      </dsp:nvSpPr>
      <dsp:spPr>
        <a:xfrm>
          <a:off x="6454452" y="950097"/>
          <a:ext cx="562313" cy="433946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339466"/>
              </a:lnTo>
              <a:lnTo>
                <a:pt x="562313" y="4339466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flat" dir="t"/>
        </a:scene3d>
        <a:sp3d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ADF5969-E152-4803-8A8B-E692DC6F4EFB}">
      <dsp:nvSpPr>
        <dsp:cNvPr id="0" name=""/>
        <dsp:cNvSpPr/>
      </dsp:nvSpPr>
      <dsp:spPr>
        <a:xfrm>
          <a:off x="7016766" y="5026566"/>
          <a:ext cx="4392478" cy="52599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7150" dist="38100" dir="5400000" algn="ctr" rotWithShape="0">
            <a:schemeClr val="lt1">
              <a:alpha val="90000"/>
              <a:hueOff val="0"/>
              <a:satOff val="0"/>
              <a:lumOff val="0"/>
              <a:alphaOff val="0"/>
              <a:shade val="9000"/>
              <a:satMod val="105000"/>
              <a:alpha val="48000"/>
            </a:schemeClr>
          </a:outerShdw>
        </a:effectLst>
        <a:scene3d>
          <a:camera prst="orthographicFront"/>
          <a:lightRig rig="flat" dir="t"/>
        </a:scene3d>
        <a:sp3d z="-190500"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38100" tIns="25400" rIns="38100" bIns="25400" numCol="1" spcCol="1270" anchor="ctr" anchorCtr="0">
          <a:noAutofit/>
        </a:bodyPr>
        <a:lstStyle/>
        <a:p>
          <a:pPr lvl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000" kern="1200" dirty="0" smtClean="0">
              <a:latin typeface="+mj-lt"/>
            </a:rPr>
            <a:t>Технологии </a:t>
          </a:r>
          <a:r>
            <a:rPr lang="en-US" sz="2000" kern="1200" dirty="0" err="1" smtClean="0">
              <a:latin typeface="+mj-lt"/>
            </a:rPr>
            <a:t>Git</a:t>
          </a:r>
          <a:endParaRPr lang="ru-RU" sz="2000" kern="1200" dirty="0">
            <a:latin typeface="+mj-lt"/>
          </a:endParaRPr>
        </a:p>
      </dsp:txBody>
      <dsp:txXfrm>
        <a:off x="7032172" y="5041972"/>
        <a:ext cx="4361666" cy="495183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2484AB9-2C5D-4FD3-A020-30CEDEDD4D37}">
      <dsp:nvSpPr>
        <dsp:cNvPr id="0" name=""/>
        <dsp:cNvSpPr/>
      </dsp:nvSpPr>
      <dsp:spPr>
        <a:xfrm>
          <a:off x="-6269477" y="-959073"/>
          <a:ext cx="7462763" cy="7462763"/>
        </a:xfrm>
        <a:prstGeom prst="blockArc">
          <a:avLst>
            <a:gd name="adj1" fmla="val 18900000"/>
            <a:gd name="adj2" fmla="val 2700000"/>
            <a:gd name="adj3" fmla="val 289"/>
          </a:avLst>
        </a:pr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10000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E838CF3-9F64-42B7-9563-6E9BB2255DED}">
      <dsp:nvSpPr>
        <dsp:cNvPr id="0" name=""/>
        <dsp:cNvSpPr/>
      </dsp:nvSpPr>
      <dsp:spPr>
        <a:xfrm>
          <a:off x="521356" y="346427"/>
          <a:ext cx="9625208" cy="69329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57150" dist="38100" dir="5400000" algn="ctr" rotWithShape="0">
            <a:schemeClr val="accent1">
              <a:hueOff val="0"/>
              <a:satOff val="0"/>
              <a:lumOff val="0"/>
              <a:alphaOff val="0"/>
              <a:shade val="9000"/>
              <a:satMod val="105000"/>
              <a:alpha val="48000"/>
            </a:scheme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 prst="relaxedInset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50306" tIns="55880" rIns="55880" bIns="55880" numCol="1" spcCol="1270" anchor="ctr" anchorCtr="0">
          <a:noAutofit/>
        </a:bodyPr>
        <a:lstStyle/>
        <a:p>
          <a:pPr lvl="0" algn="l" defTabSz="9779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200" b="0" i="0" kern="1200" dirty="0" smtClean="0"/>
            <a:t>Установка связи с роботом через </a:t>
          </a:r>
          <a:r>
            <a:rPr lang="ru-RU" sz="2200" b="0" i="0" kern="1200" dirty="0" err="1" smtClean="0"/>
            <a:t>Bluetooth</a:t>
          </a:r>
          <a:r>
            <a:rPr lang="ru-RU" sz="2200" b="0" i="0" kern="1200" dirty="0" smtClean="0"/>
            <a:t> для обмена данными</a:t>
          </a:r>
          <a:endParaRPr lang="ru-RU" sz="2200" kern="1200" dirty="0">
            <a:latin typeface="+mj-lt"/>
          </a:endParaRPr>
        </a:p>
      </dsp:txBody>
      <dsp:txXfrm>
        <a:off x="521356" y="346427"/>
        <a:ext cx="9625208" cy="693298"/>
      </dsp:txXfrm>
    </dsp:sp>
    <dsp:sp modelId="{CCB56C12-1909-42DF-96E2-E08022607811}">
      <dsp:nvSpPr>
        <dsp:cNvPr id="0" name=""/>
        <dsp:cNvSpPr/>
      </dsp:nvSpPr>
      <dsp:spPr>
        <a:xfrm rot="10800000">
          <a:off x="88044" y="259765"/>
          <a:ext cx="866623" cy="866623"/>
        </a:xfrm>
        <a:prstGeom prst="flowChartDisplay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300000" contourW="12700" prstMaterial="flat">
          <a:bevelT w="177800" h="254000"/>
          <a:bevelB w="1524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CBD543A-3759-4AE2-963F-DA1A41DEFAB5}">
      <dsp:nvSpPr>
        <dsp:cNvPr id="0" name=""/>
        <dsp:cNvSpPr/>
      </dsp:nvSpPr>
      <dsp:spPr>
        <a:xfrm>
          <a:off x="1018153" y="1386043"/>
          <a:ext cx="9128410" cy="69329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57150" dist="38100" dir="5400000" algn="ctr" rotWithShape="0">
            <a:schemeClr val="accent1">
              <a:hueOff val="0"/>
              <a:satOff val="0"/>
              <a:lumOff val="0"/>
              <a:alphaOff val="0"/>
              <a:shade val="9000"/>
              <a:satMod val="105000"/>
              <a:alpha val="48000"/>
            </a:scheme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 prst="relaxedInset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50306" tIns="55880" rIns="55880" bIns="55880" numCol="1" spcCol="1270" anchor="ctr" anchorCtr="0">
          <a:noAutofit/>
        </a:bodyPr>
        <a:lstStyle/>
        <a:p>
          <a:pPr lvl="0" algn="l" defTabSz="9779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200" b="0" i="0" kern="1200" dirty="0" smtClean="0"/>
            <a:t>Отображение текущего состояние робота: заряд батареи, режим робота, информация о проделанной работе</a:t>
          </a:r>
          <a:endParaRPr lang="ru-RU" sz="2200" kern="1200" dirty="0">
            <a:latin typeface="+mj-lt"/>
          </a:endParaRPr>
        </a:p>
      </dsp:txBody>
      <dsp:txXfrm>
        <a:off x="1018153" y="1386043"/>
        <a:ext cx="9128410" cy="693298"/>
      </dsp:txXfrm>
    </dsp:sp>
    <dsp:sp modelId="{AE770D29-8739-4C03-AE21-3136AFC9E1A3}">
      <dsp:nvSpPr>
        <dsp:cNvPr id="0" name=""/>
        <dsp:cNvSpPr/>
      </dsp:nvSpPr>
      <dsp:spPr>
        <a:xfrm rot="10800000">
          <a:off x="584841" y="1299380"/>
          <a:ext cx="866623" cy="866623"/>
        </a:xfrm>
        <a:prstGeom prst="flowChartDisplay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300000" contourW="12700" prstMaterial="flat">
          <a:bevelT w="177800" h="254000"/>
          <a:bevelB w="1524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510B6F2-57AD-4920-9F00-797C8007C059}">
      <dsp:nvSpPr>
        <dsp:cNvPr id="0" name=""/>
        <dsp:cNvSpPr/>
      </dsp:nvSpPr>
      <dsp:spPr>
        <a:xfrm>
          <a:off x="1170630" y="2425658"/>
          <a:ext cx="8975934" cy="69329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57150" dist="38100" dir="5400000" algn="ctr" rotWithShape="0">
            <a:schemeClr val="accent1">
              <a:hueOff val="0"/>
              <a:satOff val="0"/>
              <a:lumOff val="0"/>
              <a:alphaOff val="0"/>
              <a:shade val="9000"/>
              <a:satMod val="105000"/>
              <a:alpha val="48000"/>
            </a:scheme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 prst="relaxedInset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50306" tIns="55880" rIns="55880" bIns="55880" numCol="1" spcCol="1270" anchor="ctr" anchorCtr="0">
          <a:noAutofit/>
        </a:bodyPr>
        <a:lstStyle/>
        <a:p>
          <a:pPr lvl="0" algn="l" defTabSz="9779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200" b="0" i="0" kern="1200" dirty="0" smtClean="0"/>
            <a:t>Моделирование области поиска, отображение её на карте в удобном для человека формате и сохранение в компьютере</a:t>
          </a:r>
          <a:endParaRPr lang="ru-RU" sz="2200" kern="1200" dirty="0">
            <a:latin typeface="+mj-lt"/>
          </a:endParaRPr>
        </a:p>
      </dsp:txBody>
      <dsp:txXfrm>
        <a:off x="1170630" y="2425658"/>
        <a:ext cx="8975934" cy="693298"/>
      </dsp:txXfrm>
    </dsp:sp>
    <dsp:sp modelId="{FEBBB57F-57A7-4DD2-B20A-8704AF0713C0}">
      <dsp:nvSpPr>
        <dsp:cNvPr id="0" name=""/>
        <dsp:cNvSpPr/>
      </dsp:nvSpPr>
      <dsp:spPr>
        <a:xfrm rot="10800000">
          <a:off x="737318" y="2338996"/>
          <a:ext cx="866623" cy="866623"/>
        </a:xfrm>
        <a:prstGeom prst="flowChartDisplay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300000" contourW="12700" prstMaterial="flat">
          <a:bevelT w="177800" h="254000"/>
          <a:bevelB w="1524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9387C9B-E93D-448C-B57D-C16088254931}">
      <dsp:nvSpPr>
        <dsp:cNvPr id="0" name=""/>
        <dsp:cNvSpPr/>
      </dsp:nvSpPr>
      <dsp:spPr>
        <a:xfrm>
          <a:off x="1018153" y="3465274"/>
          <a:ext cx="9128410" cy="69329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57150" dist="38100" dir="5400000" algn="ctr" rotWithShape="0">
            <a:schemeClr val="accent1">
              <a:hueOff val="0"/>
              <a:satOff val="0"/>
              <a:lumOff val="0"/>
              <a:alphaOff val="0"/>
              <a:shade val="9000"/>
              <a:satMod val="105000"/>
              <a:alpha val="48000"/>
            </a:scheme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 prst="relaxedInset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50306" tIns="55880" rIns="55880" bIns="55880" numCol="1" spcCol="1270" anchor="ctr" anchorCtr="0">
          <a:noAutofit/>
        </a:bodyPr>
        <a:lstStyle/>
        <a:p>
          <a:pPr lvl="0" algn="l" defTabSz="9779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200" b="0" i="0" kern="1200" dirty="0" smtClean="0"/>
            <a:t>Отправка</a:t>
          </a:r>
          <a:r>
            <a:rPr lang="ru-RU" sz="3600" b="0" i="0" kern="1200" dirty="0" smtClean="0"/>
            <a:t> </a:t>
          </a:r>
          <a:r>
            <a:rPr lang="ru-RU" sz="2200" b="0" i="0" kern="1200" dirty="0" smtClean="0"/>
            <a:t>роботу области поиска</a:t>
          </a:r>
          <a:endParaRPr lang="ru-RU" sz="2200" b="0" i="0" kern="1200" dirty="0"/>
        </a:p>
      </dsp:txBody>
      <dsp:txXfrm>
        <a:off x="1018153" y="3465274"/>
        <a:ext cx="9128410" cy="693298"/>
      </dsp:txXfrm>
    </dsp:sp>
    <dsp:sp modelId="{9CE5E5E4-13FF-4CF7-8093-20979C95EBD6}">
      <dsp:nvSpPr>
        <dsp:cNvPr id="0" name=""/>
        <dsp:cNvSpPr/>
      </dsp:nvSpPr>
      <dsp:spPr>
        <a:xfrm rot="10800000">
          <a:off x="584841" y="3378611"/>
          <a:ext cx="866623" cy="866623"/>
        </a:xfrm>
        <a:prstGeom prst="flowChartDisplay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300000" contourW="12700" prstMaterial="flat">
          <a:bevelT w="177800" h="254000"/>
          <a:bevelB w="1524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BCD1673-A403-42E9-A45E-9112A0CD1810}">
      <dsp:nvSpPr>
        <dsp:cNvPr id="0" name=""/>
        <dsp:cNvSpPr/>
      </dsp:nvSpPr>
      <dsp:spPr>
        <a:xfrm>
          <a:off x="521356" y="4504889"/>
          <a:ext cx="9625208" cy="69329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57150" dist="38100" dir="5400000" algn="ctr" rotWithShape="0">
            <a:schemeClr val="accent1">
              <a:hueOff val="0"/>
              <a:satOff val="0"/>
              <a:lumOff val="0"/>
              <a:alphaOff val="0"/>
              <a:shade val="9000"/>
              <a:satMod val="105000"/>
              <a:alpha val="48000"/>
            </a:scheme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 prst="relaxedInset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50306" tIns="55880" rIns="55880" bIns="55880" numCol="1" spcCol="1270" anchor="ctr" anchorCtr="0">
          <a:noAutofit/>
        </a:bodyPr>
        <a:lstStyle/>
        <a:p>
          <a:pPr lvl="0" algn="l" defTabSz="9779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200" b="0" i="0" kern="1200" dirty="0" smtClean="0"/>
            <a:t>Получение от робота данных (точки с найденным металлом), отображение их на карте и сохранение</a:t>
          </a:r>
          <a:endParaRPr lang="ru-RU" sz="2200" kern="1200" dirty="0">
            <a:latin typeface="+mj-lt"/>
          </a:endParaRPr>
        </a:p>
      </dsp:txBody>
      <dsp:txXfrm>
        <a:off x="521356" y="4504889"/>
        <a:ext cx="9625208" cy="693298"/>
      </dsp:txXfrm>
    </dsp:sp>
    <dsp:sp modelId="{9AFFACDF-E934-4735-BC49-97379F1BCA32}">
      <dsp:nvSpPr>
        <dsp:cNvPr id="0" name=""/>
        <dsp:cNvSpPr/>
      </dsp:nvSpPr>
      <dsp:spPr>
        <a:xfrm rot="10800000">
          <a:off x="88044" y="4418227"/>
          <a:ext cx="866623" cy="866623"/>
        </a:xfrm>
        <a:prstGeom prst="flowChartDisplay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300000" contourW="12700" prstMaterial="flat">
          <a:bevelT w="177800" h="254000"/>
          <a:bevelB w="1524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4119F6D-007C-4223-AF07-678E9D68AA61}">
      <dsp:nvSpPr>
        <dsp:cNvPr id="0" name=""/>
        <dsp:cNvSpPr/>
      </dsp:nvSpPr>
      <dsp:spPr>
        <a:xfrm>
          <a:off x="0" y="235"/>
          <a:ext cx="6179438" cy="578032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8000"/>
                <a:shade val="25000"/>
                <a:satMod val="250000"/>
              </a:schemeClr>
            </a:gs>
            <a:gs pos="68000">
              <a:schemeClr val="accent1">
                <a:hueOff val="0"/>
                <a:satOff val="0"/>
                <a:lumOff val="0"/>
                <a:alphaOff val="0"/>
                <a:tint val="86000"/>
                <a:satMod val="115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  <a:ln>
          <a:noFill/>
        </a:ln>
        <a:effectLst>
          <a:outerShdw blurRad="57150" dist="38100" dir="5400000" algn="ctr" rotWithShape="0">
            <a:schemeClr val="accent1">
              <a:hueOff val="0"/>
              <a:satOff val="0"/>
              <a:lumOff val="0"/>
              <a:alphaOff val="0"/>
              <a:shade val="9000"/>
              <a:satMod val="105000"/>
              <a:alpha val="48000"/>
            </a:scheme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0480" tIns="20320" rIns="30480" bIns="2032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600" kern="1200" dirty="0" smtClean="0">
              <a:solidFill>
                <a:schemeClr val="bg1"/>
              </a:solidFill>
              <a:latin typeface="+mj-lt"/>
            </a:rPr>
            <a:t>Вкладка «Карта»</a:t>
          </a:r>
          <a:endParaRPr lang="ru-RU" sz="1600" kern="1200" dirty="0">
            <a:solidFill>
              <a:schemeClr val="bg1"/>
            </a:solidFill>
            <a:latin typeface="+mj-lt"/>
          </a:endParaRPr>
        </a:p>
      </dsp:txBody>
      <dsp:txXfrm>
        <a:off x="16930" y="17165"/>
        <a:ext cx="6145578" cy="544172"/>
      </dsp:txXfrm>
    </dsp:sp>
    <dsp:sp modelId="{AF5077CE-5C10-43B0-B87C-CAD71B997BD6}">
      <dsp:nvSpPr>
        <dsp:cNvPr id="0" name=""/>
        <dsp:cNvSpPr/>
      </dsp:nvSpPr>
      <dsp:spPr>
        <a:xfrm>
          <a:off x="617943" y="578268"/>
          <a:ext cx="358820" cy="44399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43990"/>
              </a:lnTo>
              <a:lnTo>
                <a:pt x="358820" y="443990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flat" dir="t"/>
        </a:scene3d>
        <a:sp3d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A8A690F-E500-4DF0-9FDE-072145D073D2}">
      <dsp:nvSpPr>
        <dsp:cNvPr id="0" name=""/>
        <dsp:cNvSpPr/>
      </dsp:nvSpPr>
      <dsp:spPr>
        <a:xfrm>
          <a:off x="976764" y="742435"/>
          <a:ext cx="5144141" cy="55964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7150" dist="38100" dir="5400000" algn="ctr" rotWithShape="0">
            <a:schemeClr val="lt1">
              <a:alpha val="90000"/>
              <a:hueOff val="0"/>
              <a:satOff val="0"/>
              <a:lumOff val="0"/>
              <a:alphaOff val="0"/>
              <a:shade val="9000"/>
              <a:satMod val="105000"/>
              <a:alpha val="48000"/>
            </a:schemeClr>
          </a:outerShdw>
        </a:effectLst>
        <a:scene3d>
          <a:camera prst="orthographicFront"/>
          <a:lightRig rig="flat" dir="t"/>
        </a:scene3d>
        <a:sp3d z="-190500"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30480" tIns="20320" rIns="30480" bIns="20320" numCol="1" spcCol="1270" anchor="ctr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600" kern="1200" dirty="0" smtClean="0">
              <a:latin typeface="+mj-lt"/>
            </a:rPr>
            <a:t>Отображение карты реальной местности с использованием </a:t>
          </a:r>
          <a:r>
            <a:rPr lang="ru-RU" sz="1600" i="1" kern="1200" dirty="0" smtClean="0">
              <a:latin typeface="+mj-lt"/>
            </a:rPr>
            <a:t>JS APY Яндекс Карт</a:t>
          </a:r>
          <a:endParaRPr lang="ru-RU" sz="1600" i="1" kern="1200" dirty="0">
            <a:latin typeface="+mj-lt"/>
          </a:endParaRPr>
        </a:p>
      </dsp:txBody>
      <dsp:txXfrm>
        <a:off x="993155" y="758826"/>
        <a:ext cx="5111359" cy="526863"/>
      </dsp:txXfrm>
    </dsp:sp>
    <dsp:sp modelId="{E97F6A05-7D7E-42CF-A025-783C256FF1A4}">
      <dsp:nvSpPr>
        <dsp:cNvPr id="0" name=""/>
        <dsp:cNvSpPr/>
      </dsp:nvSpPr>
      <dsp:spPr>
        <a:xfrm>
          <a:off x="617943" y="578268"/>
          <a:ext cx="358820" cy="115546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155467"/>
              </a:lnTo>
              <a:lnTo>
                <a:pt x="358820" y="1155467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flat" dir="t"/>
        </a:scene3d>
        <a:sp3d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97AEA4A-0E44-40E5-A385-7D114752559D}">
      <dsp:nvSpPr>
        <dsp:cNvPr id="0" name=""/>
        <dsp:cNvSpPr/>
      </dsp:nvSpPr>
      <dsp:spPr>
        <a:xfrm>
          <a:off x="976764" y="1432601"/>
          <a:ext cx="5144141" cy="60226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7150" dist="38100" dir="5400000" algn="ctr" rotWithShape="0">
            <a:schemeClr val="lt1">
              <a:alpha val="90000"/>
              <a:hueOff val="0"/>
              <a:satOff val="0"/>
              <a:lumOff val="0"/>
              <a:alphaOff val="0"/>
              <a:shade val="9000"/>
              <a:satMod val="105000"/>
              <a:alpha val="48000"/>
            </a:schemeClr>
          </a:outerShdw>
        </a:effectLst>
        <a:scene3d>
          <a:camera prst="orthographicFront"/>
          <a:lightRig rig="flat" dir="t"/>
        </a:scene3d>
        <a:sp3d z="-190500"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30480" tIns="20320" rIns="30480" bIns="20320" numCol="1" spcCol="1270" anchor="ctr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600" b="1" kern="1200" dirty="0" smtClean="0">
              <a:latin typeface="+mj-lt"/>
            </a:rPr>
            <a:t>«Рисовать полигон»</a:t>
          </a:r>
          <a:r>
            <a:rPr lang="ru-RU" sz="1600" kern="1200" dirty="0" smtClean="0">
              <a:latin typeface="+mj-lt"/>
            </a:rPr>
            <a:t>: рисование на карте области поиска через добавление вершин</a:t>
          </a:r>
          <a:endParaRPr lang="ru-RU" sz="1600" kern="1200" dirty="0">
            <a:latin typeface="+mj-lt"/>
          </a:endParaRPr>
        </a:p>
      </dsp:txBody>
      <dsp:txXfrm>
        <a:off x="994404" y="1450241"/>
        <a:ext cx="5108861" cy="566989"/>
      </dsp:txXfrm>
    </dsp:sp>
    <dsp:sp modelId="{6BCDF554-0152-4C23-811D-A6805B9A61D1}">
      <dsp:nvSpPr>
        <dsp:cNvPr id="0" name=""/>
        <dsp:cNvSpPr/>
      </dsp:nvSpPr>
      <dsp:spPr>
        <a:xfrm>
          <a:off x="617943" y="578268"/>
          <a:ext cx="358820" cy="192663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926633"/>
              </a:lnTo>
              <a:lnTo>
                <a:pt x="358820" y="1926633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flat" dir="t"/>
        </a:scene3d>
        <a:sp3d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20D87AF-4F2B-4280-BC55-B6F24CE01CDA}">
      <dsp:nvSpPr>
        <dsp:cNvPr id="0" name=""/>
        <dsp:cNvSpPr/>
      </dsp:nvSpPr>
      <dsp:spPr>
        <a:xfrm>
          <a:off x="976764" y="2203766"/>
          <a:ext cx="5144141" cy="60226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7150" dist="38100" dir="5400000" algn="ctr" rotWithShape="0">
            <a:schemeClr val="lt1">
              <a:alpha val="90000"/>
              <a:hueOff val="0"/>
              <a:satOff val="0"/>
              <a:lumOff val="0"/>
              <a:alphaOff val="0"/>
              <a:shade val="9000"/>
              <a:satMod val="105000"/>
              <a:alpha val="48000"/>
            </a:schemeClr>
          </a:outerShdw>
        </a:effectLst>
        <a:scene3d>
          <a:camera prst="orthographicFront"/>
          <a:lightRig rig="flat" dir="t"/>
        </a:scene3d>
        <a:sp3d z="-190500"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30480" tIns="20320" rIns="30480" bIns="20320" numCol="1" spcCol="1270" anchor="ctr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600" kern="1200" dirty="0" smtClean="0">
              <a:latin typeface="+mj-lt"/>
            </a:rPr>
            <a:t>Задать точку </a:t>
          </a:r>
          <a:r>
            <a:rPr lang="ru-RU" sz="1600" b="1" kern="1200" dirty="0" smtClean="0">
              <a:latin typeface="+mj-lt"/>
            </a:rPr>
            <a:t>«финиш»</a:t>
          </a:r>
          <a:r>
            <a:rPr lang="ru-RU" sz="1600" kern="1200" dirty="0" smtClean="0">
              <a:latin typeface="+mj-lt"/>
            </a:rPr>
            <a:t> - место конечной остановки робота</a:t>
          </a:r>
          <a:endParaRPr lang="ru-RU" sz="1600" kern="1200" dirty="0">
            <a:latin typeface="+mj-lt"/>
          </a:endParaRPr>
        </a:p>
      </dsp:txBody>
      <dsp:txXfrm>
        <a:off x="994404" y="2221406"/>
        <a:ext cx="5108861" cy="566989"/>
      </dsp:txXfrm>
    </dsp:sp>
    <dsp:sp modelId="{D54F1CAC-D3BF-4951-ACB6-92E2EA295FE9}">
      <dsp:nvSpPr>
        <dsp:cNvPr id="0" name=""/>
        <dsp:cNvSpPr/>
      </dsp:nvSpPr>
      <dsp:spPr>
        <a:xfrm>
          <a:off x="617943" y="578268"/>
          <a:ext cx="358820" cy="267341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673411"/>
              </a:lnTo>
              <a:lnTo>
                <a:pt x="358820" y="2673411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flat" dir="t"/>
        </a:scene3d>
        <a:sp3d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F725618-161E-4D31-A831-7E0237EAAD42}">
      <dsp:nvSpPr>
        <dsp:cNvPr id="0" name=""/>
        <dsp:cNvSpPr/>
      </dsp:nvSpPr>
      <dsp:spPr>
        <a:xfrm>
          <a:off x="976764" y="2950544"/>
          <a:ext cx="5144141" cy="60226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7150" dist="38100" dir="5400000" algn="ctr" rotWithShape="0">
            <a:schemeClr val="lt1">
              <a:alpha val="90000"/>
              <a:hueOff val="0"/>
              <a:satOff val="0"/>
              <a:lumOff val="0"/>
              <a:alphaOff val="0"/>
              <a:shade val="9000"/>
              <a:satMod val="105000"/>
              <a:alpha val="48000"/>
            </a:schemeClr>
          </a:outerShdw>
        </a:effectLst>
        <a:scene3d>
          <a:camera prst="orthographicFront"/>
          <a:lightRig rig="flat" dir="t"/>
        </a:scene3d>
        <a:sp3d z="-190500"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30480" tIns="20320" rIns="30480" bIns="20320" numCol="1" spcCol="1270" anchor="ctr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600" kern="1200" dirty="0" smtClean="0">
              <a:latin typeface="+mj-lt"/>
            </a:rPr>
            <a:t>Кнопки «</a:t>
          </a:r>
          <a:r>
            <a:rPr lang="ru-RU" sz="1600" b="1" kern="1200" dirty="0" smtClean="0">
              <a:latin typeface="+mj-lt"/>
            </a:rPr>
            <a:t>отменить</a:t>
          </a:r>
          <a:r>
            <a:rPr lang="ru-RU" sz="1600" kern="1200" dirty="0" smtClean="0">
              <a:latin typeface="+mj-lt"/>
            </a:rPr>
            <a:t>» и «</a:t>
          </a:r>
          <a:r>
            <a:rPr lang="ru-RU" sz="1600" b="1" kern="1200" dirty="0" smtClean="0">
              <a:latin typeface="+mj-lt"/>
            </a:rPr>
            <a:t>восстановить</a:t>
          </a:r>
          <a:r>
            <a:rPr lang="ru-RU" sz="1600" kern="1200" dirty="0" smtClean="0">
              <a:latin typeface="+mj-lt"/>
            </a:rPr>
            <a:t>» работают с историей команд создания полигона</a:t>
          </a:r>
          <a:endParaRPr lang="ru-RU" sz="1600" kern="1200" dirty="0">
            <a:latin typeface="+mj-lt"/>
          </a:endParaRPr>
        </a:p>
      </dsp:txBody>
      <dsp:txXfrm>
        <a:off x="994404" y="2968184"/>
        <a:ext cx="5108861" cy="566989"/>
      </dsp:txXfrm>
    </dsp:sp>
    <dsp:sp modelId="{A6F572CF-9B20-4230-B3F7-B98BC7C408E2}">
      <dsp:nvSpPr>
        <dsp:cNvPr id="0" name=""/>
        <dsp:cNvSpPr/>
      </dsp:nvSpPr>
      <dsp:spPr>
        <a:xfrm>
          <a:off x="617943" y="578268"/>
          <a:ext cx="358820" cy="339036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390367"/>
              </a:lnTo>
              <a:lnTo>
                <a:pt x="358820" y="3390367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flat" dir="t"/>
        </a:scene3d>
        <a:sp3d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7A3A3A7-D6F1-4009-8937-E003DD425D8B}">
      <dsp:nvSpPr>
        <dsp:cNvPr id="0" name=""/>
        <dsp:cNvSpPr/>
      </dsp:nvSpPr>
      <dsp:spPr>
        <a:xfrm>
          <a:off x="976764" y="3667501"/>
          <a:ext cx="5144141" cy="60226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7150" dist="38100" dir="5400000" algn="ctr" rotWithShape="0">
            <a:schemeClr val="lt1">
              <a:alpha val="90000"/>
              <a:hueOff val="0"/>
              <a:satOff val="0"/>
              <a:lumOff val="0"/>
              <a:alphaOff val="0"/>
              <a:shade val="9000"/>
              <a:satMod val="105000"/>
              <a:alpha val="48000"/>
            </a:schemeClr>
          </a:outerShdw>
        </a:effectLst>
        <a:scene3d>
          <a:camera prst="orthographicFront"/>
          <a:lightRig rig="flat" dir="t"/>
        </a:scene3d>
        <a:sp3d z="-190500"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30480" tIns="20320" rIns="30480" bIns="20320" numCol="1" spcCol="1270" anchor="ctr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600" kern="1200" dirty="0" smtClean="0">
              <a:latin typeface="+mj-lt"/>
            </a:rPr>
            <a:t>Кнопка «</a:t>
          </a:r>
          <a:r>
            <a:rPr lang="ru-RU" sz="1600" b="1" kern="1200" dirty="0" smtClean="0">
              <a:latin typeface="+mj-lt"/>
            </a:rPr>
            <a:t>удалить полигон</a:t>
          </a:r>
          <a:r>
            <a:rPr lang="ru-RU" sz="1600" kern="1200" dirty="0" smtClean="0">
              <a:latin typeface="+mj-lt"/>
            </a:rPr>
            <a:t>» полностью удаляет созданную область</a:t>
          </a:r>
          <a:endParaRPr lang="ru-RU" sz="1600" kern="1200" dirty="0">
            <a:latin typeface="+mj-lt"/>
          </a:endParaRPr>
        </a:p>
      </dsp:txBody>
      <dsp:txXfrm>
        <a:off x="994404" y="3685141"/>
        <a:ext cx="5108861" cy="566989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4119F6D-007C-4223-AF07-678E9D68AA61}">
      <dsp:nvSpPr>
        <dsp:cNvPr id="0" name=""/>
        <dsp:cNvSpPr/>
      </dsp:nvSpPr>
      <dsp:spPr>
        <a:xfrm>
          <a:off x="0" y="309000"/>
          <a:ext cx="5697541" cy="532955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8000"/>
                <a:shade val="25000"/>
                <a:satMod val="250000"/>
              </a:schemeClr>
            </a:gs>
            <a:gs pos="68000">
              <a:schemeClr val="accent1">
                <a:hueOff val="0"/>
                <a:satOff val="0"/>
                <a:lumOff val="0"/>
                <a:alphaOff val="0"/>
                <a:tint val="86000"/>
                <a:satMod val="115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  <a:ln>
          <a:noFill/>
        </a:ln>
        <a:effectLst>
          <a:outerShdw blurRad="57150" dist="38100" dir="5400000" algn="ctr" rotWithShape="0">
            <a:schemeClr val="accent1">
              <a:hueOff val="0"/>
              <a:satOff val="0"/>
              <a:lumOff val="0"/>
              <a:alphaOff val="0"/>
              <a:shade val="9000"/>
              <a:satMod val="105000"/>
              <a:alpha val="48000"/>
            </a:scheme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7150" tIns="38100" rIns="57150" bIns="38100" numCol="1" spcCol="1270" anchor="ctr" anchorCtr="0">
          <a:noAutofit/>
        </a:bodyPr>
        <a:lstStyle/>
        <a:p>
          <a:pPr lvl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3000" kern="1200" dirty="0" smtClean="0">
              <a:solidFill>
                <a:schemeClr val="bg1"/>
              </a:solidFill>
              <a:latin typeface="+mj-lt"/>
            </a:rPr>
            <a:t>Вкладка «Робот»</a:t>
          </a:r>
          <a:endParaRPr lang="ru-RU" sz="3000" kern="1200" dirty="0">
            <a:solidFill>
              <a:schemeClr val="bg1"/>
            </a:solidFill>
            <a:latin typeface="+mj-lt"/>
          </a:endParaRPr>
        </a:p>
      </dsp:txBody>
      <dsp:txXfrm>
        <a:off x="15610" y="324610"/>
        <a:ext cx="5666321" cy="501735"/>
      </dsp:txXfrm>
    </dsp:sp>
    <dsp:sp modelId="{AF5077CE-5C10-43B0-B87C-CAD71B997BD6}">
      <dsp:nvSpPr>
        <dsp:cNvPr id="0" name=""/>
        <dsp:cNvSpPr/>
      </dsp:nvSpPr>
      <dsp:spPr>
        <a:xfrm>
          <a:off x="569754" y="841956"/>
          <a:ext cx="261766" cy="42328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23281"/>
              </a:lnTo>
              <a:lnTo>
                <a:pt x="261766" y="423281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flat" dir="t"/>
        </a:scene3d>
        <a:sp3d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A8A690F-E500-4DF0-9FDE-072145D073D2}">
      <dsp:nvSpPr>
        <dsp:cNvPr id="0" name=""/>
        <dsp:cNvSpPr/>
      </dsp:nvSpPr>
      <dsp:spPr>
        <a:xfrm>
          <a:off x="831520" y="1007236"/>
          <a:ext cx="4742981" cy="51600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7150" dist="38100" dir="5400000" algn="ctr" rotWithShape="0">
            <a:schemeClr val="lt1">
              <a:alpha val="90000"/>
              <a:hueOff val="0"/>
              <a:satOff val="0"/>
              <a:lumOff val="0"/>
              <a:alphaOff val="0"/>
              <a:shade val="9000"/>
              <a:satMod val="105000"/>
              <a:alpha val="48000"/>
            </a:schemeClr>
          </a:outerShdw>
        </a:effectLst>
        <a:scene3d>
          <a:camera prst="orthographicFront"/>
          <a:lightRig rig="flat" dir="t"/>
        </a:scene3d>
        <a:sp3d z="-190500"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30480" tIns="20320" rIns="30480" bIns="20320" numCol="1" spcCol="1270" anchor="ctr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600" kern="1200" dirty="0" smtClean="0">
              <a:latin typeface="+mj-lt"/>
            </a:rPr>
            <a:t>Просмотр доступных устройств и подключение к роботу для дальнейшей работы</a:t>
          </a:r>
          <a:endParaRPr lang="ru-RU" sz="1600" i="1" kern="1200" dirty="0">
            <a:latin typeface="+mj-lt"/>
          </a:endParaRPr>
        </a:p>
      </dsp:txBody>
      <dsp:txXfrm>
        <a:off x="846633" y="1022349"/>
        <a:ext cx="4712755" cy="485776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4119F6D-007C-4223-AF07-678E9D68AA61}">
      <dsp:nvSpPr>
        <dsp:cNvPr id="0" name=""/>
        <dsp:cNvSpPr/>
      </dsp:nvSpPr>
      <dsp:spPr>
        <a:xfrm>
          <a:off x="0" y="181124"/>
          <a:ext cx="6351629" cy="56595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8000"/>
                <a:shade val="25000"/>
                <a:satMod val="250000"/>
              </a:schemeClr>
            </a:gs>
            <a:gs pos="68000">
              <a:schemeClr val="accent1">
                <a:hueOff val="0"/>
                <a:satOff val="0"/>
                <a:lumOff val="0"/>
                <a:alphaOff val="0"/>
                <a:tint val="86000"/>
                <a:satMod val="115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  <a:ln>
          <a:noFill/>
        </a:ln>
        <a:effectLst>
          <a:outerShdw blurRad="57150" dist="38100" dir="5400000" algn="ctr" rotWithShape="0">
            <a:schemeClr val="accent1">
              <a:hueOff val="0"/>
              <a:satOff val="0"/>
              <a:lumOff val="0"/>
              <a:alphaOff val="0"/>
              <a:shade val="9000"/>
              <a:satMod val="105000"/>
              <a:alpha val="48000"/>
            </a:scheme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7150" tIns="38100" rIns="57150" bIns="38100" numCol="1" spcCol="1270" anchor="ctr" anchorCtr="0">
          <a:noAutofit/>
        </a:bodyPr>
        <a:lstStyle/>
        <a:p>
          <a:pPr lvl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3000" kern="1200" dirty="0" smtClean="0">
              <a:solidFill>
                <a:schemeClr val="bg1"/>
              </a:solidFill>
              <a:latin typeface="+mj-lt"/>
            </a:rPr>
            <a:t>Окно работы с выбранным роботом</a:t>
          </a:r>
          <a:endParaRPr lang="ru-RU" sz="3000" kern="1200" dirty="0">
            <a:solidFill>
              <a:schemeClr val="bg1"/>
            </a:solidFill>
            <a:latin typeface="+mj-lt"/>
          </a:endParaRPr>
        </a:p>
      </dsp:txBody>
      <dsp:txXfrm>
        <a:off x="16576" y="197700"/>
        <a:ext cx="6318477" cy="532798"/>
      </dsp:txXfrm>
    </dsp:sp>
    <dsp:sp modelId="{AF5077CE-5C10-43B0-B87C-CAD71B997BD6}">
      <dsp:nvSpPr>
        <dsp:cNvPr id="0" name=""/>
        <dsp:cNvSpPr/>
      </dsp:nvSpPr>
      <dsp:spPr>
        <a:xfrm>
          <a:off x="635162" y="747074"/>
          <a:ext cx="96088" cy="58805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88051"/>
              </a:lnTo>
              <a:lnTo>
                <a:pt x="96088" y="588051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flat" dir="t"/>
        </a:scene3d>
        <a:sp3d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A8A690F-E500-4DF0-9FDE-072145D073D2}">
      <dsp:nvSpPr>
        <dsp:cNvPr id="0" name=""/>
        <dsp:cNvSpPr/>
      </dsp:nvSpPr>
      <dsp:spPr>
        <a:xfrm>
          <a:off x="731251" y="1052751"/>
          <a:ext cx="5271349" cy="56474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7150" dist="38100" dir="5400000" algn="ctr" rotWithShape="0">
            <a:schemeClr val="lt1">
              <a:alpha val="90000"/>
              <a:hueOff val="0"/>
              <a:satOff val="0"/>
              <a:lumOff val="0"/>
              <a:alphaOff val="0"/>
              <a:shade val="9000"/>
              <a:satMod val="105000"/>
              <a:alpha val="48000"/>
            </a:schemeClr>
          </a:outerShdw>
        </a:effectLst>
        <a:scene3d>
          <a:camera prst="orthographicFront"/>
          <a:lightRig rig="flat" dir="t"/>
        </a:scene3d>
        <a:sp3d z="-190500"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30480" tIns="20320" rIns="30480" bIns="20320" numCol="1" spcCol="1270" anchor="ctr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600" kern="1200" dirty="0" smtClean="0">
              <a:latin typeface="+mj-lt"/>
            </a:rPr>
            <a:t>Просмотр информации о роботе</a:t>
          </a:r>
          <a:endParaRPr lang="ru-RU" sz="1600" i="1" kern="1200" dirty="0">
            <a:latin typeface="+mj-lt"/>
          </a:endParaRPr>
        </a:p>
      </dsp:txBody>
      <dsp:txXfrm>
        <a:off x="747792" y="1069292"/>
        <a:ext cx="5238267" cy="531665"/>
      </dsp:txXfrm>
    </dsp:sp>
    <dsp:sp modelId="{6BCDF554-0152-4C23-811D-A6805B9A61D1}">
      <dsp:nvSpPr>
        <dsp:cNvPr id="0" name=""/>
        <dsp:cNvSpPr/>
      </dsp:nvSpPr>
      <dsp:spPr>
        <a:xfrm>
          <a:off x="635162" y="747074"/>
          <a:ext cx="96088" cy="138918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389181"/>
              </a:lnTo>
              <a:lnTo>
                <a:pt x="96088" y="1389181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flat" dir="t"/>
        </a:scene3d>
        <a:sp3d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20D87AF-4F2B-4280-BC55-B6F24CE01CDA}">
      <dsp:nvSpPr>
        <dsp:cNvPr id="0" name=""/>
        <dsp:cNvSpPr/>
      </dsp:nvSpPr>
      <dsp:spPr>
        <a:xfrm>
          <a:off x="731251" y="1832373"/>
          <a:ext cx="5271349" cy="60776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7150" dist="38100" dir="5400000" algn="ctr" rotWithShape="0">
            <a:schemeClr val="lt1">
              <a:alpha val="90000"/>
              <a:hueOff val="0"/>
              <a:satOff val="0"/>
              <a:lumOff val="0"/>
              <a:alphaOff val="0"/>
              <a:shade val="9000"/>
              <a:satMod val="105000"/>
              <a:alpha val="48000"/>
            </a:schemeClr>
          </a:outerShdw>
        </a:effectLst>
        <a:scene3d>
          <a:camera prst="orthographicFront"/>
          <a:lightRig rig="flat" dir="t"/>
        </a:scene3d>
        <a:sp3d z="-190500"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30480" tIns="20320" rIns="30480" bIns="20320" numCol="1" spcCol="1270" anchor="ctr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600" kern="1200" dirty="0" smtClean="0">
              <a:latin typeface="+mj-lt"/>
            </a:rPr>
            <a:t>«</a:t>
          </a:r>
          <a:r>
            <a:rPr lang="ru-RU" sz="1600" b="1" kern="1200" dirty="0" smtClean="0">
              <a:latin typeface="+mj-lt"/>
            </a:rPr>
            <a:t>Получить данные»:</a:t>
          </a:r>
          <a:r>
            <a:rPr lang="ru-RU" sz="1600" kern="1200" dirty="0" smtClean="0">
              <a:latin typeface="+mj-lt"/>
            </a:rPr>
            <a:t> загрузка в приложение найденных мест и отображение их на карте </a:t>
          </a:r>
          <a:endParaRPr lang="ru-RU" sz="1600" kern="1200" dirty="0">
            <a:latin typeface="+mj-lt"/>
          </a:endParaRPr>
        </a:p>
      </dsp:txBody>
      <dsp:txXfrm>
        <a:off x="749052" y="1850174"/>
        <a:ext cx="5235747" cy="572161"/>
      </dsp:txXfrm>
    </dsp:sp>
    <dsp:sp modelId="{D54F1CAC-D3BF-4951-ACB6-92E2EA295FE9}">
      <dsp:nvSpPr>
        <dsp:cNvPr id="0" name=""/>
        <dsp:cNvSpPr/>
      </dsp:nvSpPr>
      <dsp:spPr>
        <a:xfrm>
          <a:off x="635162" y="747074"/>
          <a:ext cx="96088" cy="218838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188382"/>
              </a:lnTo>
              <a:lnTo>
                <a:pt x="96088" y="2188382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flat" dir="t"/>
        </a:scene3d>
        <a:sp3d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F725618-161E-4D31-A831-7E0237EAAD42}">
      <dsp:nvSpPr>
        <dsp:cNvPr id="0" name=""/>
        <dsp:cNvSpPr/>
      </dsp:nvSpPr>
      <dsp:spPr>
        <a:xfrm>
          <a:off x="731251" y="2631574"/>
          <a:ext cx="5271349" cy="60776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7150" dist="38100" dir="5400000" algn="ctr" rotWithShape="0">
            <a:schemeClr val="lt1">
              <a:alpha val="90000"/>
              <a:hueOff val="0"/>
              <a:satOff val="0"/>
              <a:lumOff val="0"/>
              <a:alphaOff val="0"/>
              <a:shade val="9000"/>
              <a:satMod val="105000"/>
              <a:alpha val="48000"/>
            </a:schemeClr>
          </a:outerShdw>
        </a:effectLst>
        <a:scene3d>
          <a:camera prst="orthographicFront"/>
          <a:lightRig rig="flat" dir="t"/>
        </a:scene3d>
        <a:sp3d z="-190500"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30480" tIns="20320" rIns="30480" bIns="20320" numCol="1" spcCol="1270" anchor="ctr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600" kern="1200" dirty="0" smtClean="0">
              <a:latin typeface="+mj-lt"/>
            </a:rPr>
            <a:t>«</a:t>
          </a:r>
          <a:r>
            <a:rPr lang="ru-RU" sz="1600" b="1" kern="1200" dirty="0" smtClean="0">
              <a:latin typeface="+mj-lt"/>
            </a:rPr>
            <a:t>Загрузить карту</a:t>
          </a:r>
          <a:r>
            <a:rPr lang="ru-RU" sz="1600" kern="1200" dirty="0" smtClean="0">
              <a:latin typeface="+mj-lt"/>
            </a:rPr>
            <a:t>»: загрузить область поиска (откроется новое диалоговое окно для выбора карты)</a:t>
          </a:r>
          <a:endParaRPr lang="ru-RU" sz="1600" kern="1200" dirty="0">
            <a:latin typeface="+mj-lt"/>
          </a:endParaRPr>
        </a:p>
      </dsp:txBody>
      <dsp:txXfrm>
        <a:off x="749052" y="2649375"/>
        <a:ext cx="5235747" cy="572161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4119F6D-007C-4223-AF07-678E9D68AA61}">
      <dsp:nvSpPr>
        <dsp:cNvPr id="0" name=""/>
        <dsp:cNvSpPr/>
      </dsp:nvSpPr>
      <dsp:spPr>
        <a:xfrm>
          <a:off x="6002" y="538169"/>
          <a:ext cx="5623138" cy="525995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8000"/>
                <a:shade val="25000"/>
                <a:satMod val="250000"/>
              </a:schemeClr>
            </a:gs>
            <a:gs pos="68000">
              <a:schemeClr val="accent1">
                <a:hueOff val="0"/>
                <a:satOff val="0"/>
                <a:lumOff val="0"/>
                <a:alphaOff val="0"/>
                <a:tint val="86000"/>
                <a:satMod val="115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  <a:ln>
          <a:noFill/>
        </a:ln>
        <a:effectLst>
          <a:outerShdw blurRad="57150" dist="38100" dir="5400000" algn="ctr" rotWithShape="0">
            <a:schemeClr val="accent1">
              <a:hueOff val="0"/>
              <a:satOff val="0"/>
              <a:lumOff val="0"/>
              <a:alphaOff val="0"/>
              <a:shade val="9000"/>
              <a:satMod val="105000"/>
              <a:alpha val="48000"/>
            </a:scheme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7150" tIns="38100" rIns="57150" bIns="38100" numCol="1" spcCol="1270" anchor="ctr" anchorCtr="0">
          <a:noAutofit/>
        </a:bodyPr>
        <a:lstStyle/>
        <a:p>
          <a:pPr lvl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3000" kern="1200" dirty="0" smtClean="0">
              <a:solidFill>
                <a:schemeClr val="bg1"/>
              </a:solidFill>
              <a:latin typeface="+mj-lt"/>
            </a:rPr>
            <a:t>Раздел «Файл»</a:t>
          </a:r>
          <a:endParaRPr lang="ru-RU" sz="3000" kern="1200" dirty="0">
            <a:solidFill>
              <a:schemeClr val="bg1"/>
            </a:solidFill>
            <a:latin typeface="+mj-lt"/>
          </a:endParaRPr>
        </a:p>
      </dsp:txBody>
      <dsp:txXfrm>
        <a:off x="21408" y="553575"/>
        <a:ext cx="5592326" cy="495183"/>
      </dsp:txXfrm>
    </dsp:sp>
    <dsp:sp modelId="{E97F6A05-7D7E-42CF-A025-783C256FF1A4}">
      <dsp:nvSpPr>
        <dsp:cNvPr id="0" name=""/>
        <dsp:cNvSpPr/>
      </dsp:nvSpPr>
      <dsp:spPr>
        <a:xfrm>
          <a:off x="568316" y="1064165"/>
          <a:ext cx="562313" cy="45725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57253"/>
              </a:lnTo>
              <a:lnTo>
                <a:pt x="562313" y="457253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flat" dir="t"/>
        </a:scene3d>
        <a:sp3d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97AEA4A-0E44-40E5-A385-7D114752559D}">
      <dsp:nvSpPr>
        <dsp:cNvPr id="0" name=""/>
        <dsp:cNvSpPr/>
      </dsp:nvSpPr>
      <dsp:spPr>
        <a:xfrm>
          <a:off x="1130630" y="1195664"/>
          <a:ext cx="4392478" cy="65150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7150" dist="38100" dir="5400000" algn="ctr" rotWithShape="0">
            <a:schemeClr val="lt1">
              <a:alpha val="90000"/>
              <a:hueOff val="0"/>
              <a:satOff val="0"/>
              <a:lumOff val="0"/>
              <a:alphaOff val="0"/>
              <a:shade val="9000"/>
              <a:satMod val="105000"/>
              <a:alpha val="48000"/>
            </a:schemeClr>
          </a:outerShdw>
        </a:effectLst>
        <a:scene3d>
          <a:camera prst="orthographicFront"/>
          <a:lightRig rig="flat" dir="t"/>
        </a:scene3d>
        <a:sp3d z="-190500"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34290" tIns="22860" rIns="34290" bIns="22860" numCol="1" spcCol="1270" anchor="ctr" anchorCtr="0">
          <a:noAutofit/>
        </a:bodyPr>
        <a:lstStyle/>
        <a:p>
          <a:pPr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800" kern="1200" dirty="0" smtClean="0">
              <a:latin typeface="+mj-lt"/>
            </a:rPr>
            <a:t>Предназначен для открытия/сохранения области поиска</a:t>
          </a:r>
        </a:p>
      </dsp:txBody>
      <dsp:txXfrm>
        <a:off x="1149712" y="1214746"/>
        <a:ext cx="4354314" cy="613345"/>
      </dsp:txXfrm>
    </dsp:sp>
    <dsp:sp modelId="{A95987E4-1E09-47F4-818D-61FCF22EA304}">
      <dsp:nvSpPr>
        <dsp:cNvPr id="0" name=""/>
        <dsp:cNvSpPr/>
      </dsp:nvSpPr>
      <dsp:spPr>
        <a:xfrm>
          <a:off x="568316" y="1064165"/>
          <a:ext cx="562313" cy="124026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240261"/>
              </a:lnTo>
              <a:lnTo>
                <a:pt x="562313" y="1240261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flat" dir="t"/>
        </a:scene3d>
        <a:sp3d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F7B4ADA-0B7F-410D-8FB4-FFABE0DAD0D7}">
      <dsp:nvSpPr>
        <dsp:cNvPr id="0" name=""/>
        <dsp:cNvSpPr/>
      </dsp:nvSpPr>
      <dsp:spPr>
        <a:xfrm>
          <a:off x="1130630" y="1978672"/>
          <a:ext cx="4392478" cy="65150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7150" dist="38100" dir="5400000" algn="ctr" rotWithShape="0">
            <a:schemeClr val="lt1">
              <a:alpha val="90000"/>
              <a:hueOff val="0"/>
              <a:satOff val="0"/>
              <a:lumOff val="0"/>
              <a:alphaOff val="0"/>
              <a:shade val="9000"/>
              <a:satMod val="105000"/>
              <a:alpha val="48000"/>
            </a:schemeClr>
          </a:outerShdw>
        </a:effectLst>
        <a:scene3d>
          <a:camera prst="orthographicFront"/>
          <a:lightRig rig="flat" dir="t"/>
        </a:scene3d>
        <a:sp3d z="-190500"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34290" tIns="22860" rIns="34290" bIns="22860" numCol="1" spcCol="1270" anchor="ctr" anchorCtr="0">
          <a:noAutofit/>
        </a:bodyPr>
        <a:lstStyle/>
        <a:p>
          <a:pPr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800" kern="1200" dirty="0" smtClean="0">
              <a:latin typeface="+mj-lt"/>
            </a:rPr>
            <a:t>Имеет подменю: Открыть, Сохранить, Сохранить как и Загрузить в робота</a:t>
          </a:r>
          <a:endParaRPr lang="ru-RU" sz="1800" kern="1200" dirty="0">
            <a:latin typeface="+mj-lt"/>
          </a:endParaRPr>
        </a:p>
      </dsp:txBody>
      <dsp:txXfrm>
        <a:off x="1149712" y="1997754"/>
        <a:ext cx="4354314" cy="613345"/>
      </dsp:txXfrm>
    </dsp:sp>
    <dsp:sp modelId="{4C89AFA7-F26A-4743-AD14-61CA329241AC}">
      <dsp:nvSpPr>
        <dsp:cNvPr id="0" name=""/>
        <dsp:cNvSpPr/>
      </dsp:nvSpPr>
      <dsp:spPr>
        <a:xfrm>
          <a:off x="5892138" y="538169"/>
          <a:ext cx="5623138" cy="525995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8000"/>
                <a:shade val="25000"/>
                <a:satMod val="250000"/>
              </a:schemeClr>
            </a:gs>
            <a:gs pos="68000">
              <a:schemeClr val="accent1">
                <a:hueOff val="0"/>
                <a:satOff val="0"/>
                <a:lumOff val="0"/>
                <a:alphaOff val="0"/>
                <a:tint val="86000"/>
                <a:satMod val="115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  <a:ln>
          <a:noFill/>
        </a:ln>
        <a:effectLst>
          <a:outerShdw blurRad="57150" dist="38100" dir="5400000" algn="ctr" rotWithShape="0">
            <a:schemeClr val="accent1">
              <a:hueOff val="0"/>
              <a:satOff val="0"/>
              <a:lumOff val="0"/>
              <a:alphaOff val="0"/>
              <a:shade val="9000"/>
              <a:satMod val="105000"/>
              <a:alpha val="48000"/>
            </a:scheme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7150" tIns="38100" rIns="57150" bIns="38100" numCol="1" spcCol="1270" anchor="ctr" anchorCtr="0">
          <a:noAutofit/>
        </a:bodyPr>
        <a:lstStyle/>
        <a:p>
          <a:pPr lvl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3000" kern="1200" dirty="0" smtClean="0">
              <a:latin typeface="+mj-lt"/>
            </a:rPr>
            <a:t>Раздел «О программе»</a:t>
          </a:r>
          <a:endParaRPr lang="ru-RU" sz="3000" kern="1200" dirty="0">
            <a:solidFill>
              <a:schemeClr val="bg1"/>
            </a:solidFill>
            <a:latin typeface="+mj-lt"/>
          </a:endParaRPr>
        </a:p>
      </dsp:txBody>
      <dsp:txXfrm>
        <a:off x="5907544" y="553575"/>
        <a:ext cx="5592326" cy="495183"/>
      </dsp:txXfrm>
    </dsp:sp>
    <dsp:sp modelId="{F4119F7C-9096-42B4-9EA4-97AAE22CF2C5}">
      <dsp:nvSpPr>
        <dsp:cNvPr id="0" name=""/>
        <dsp:cNvSpPr/>
      </dsp:nvSpPr>
      <dsp:spPr>
        <a:xfrm>
          <a:off x="6454452" y="1064165"/>
          <a:ext cx="562313" cy="45725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57253"/>
              </a:lnTo>
              <a:lnTo>
                <a:pt x="562313" y="457253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flat" dir="t"/>
        </a:scene3d>
        <a:sp3d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9DB4D29-4244-435C-85B4-B866B31F1410}">
      <dsp:nvSpPr>
        <dsp:cNvPr id="0" name=""/>
        <dsp:cNvSpPr/>
      </dsp:nvSpPr>
      <dsp:spPr>
        <a:xfrm>
          <a:off x="7016766" y="1195664"/>
          <a:ext cx="4392478" cy="65150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7150" dist="38100" dir="5400000" algn="ctr" rotWithShape="0">
            <a:schemeClr val="lt1">
              <a:alpha val="90000"/>
              <a:hueOff val="0"/>
              <a:satOff val="0"/>
              <a:lumOff val="0"/>
              <a:alphaOff val="0"/>
              <a:shade val="9000"/>
              <a:satMod val="105000"/>
              <a:alpha val="48000"/>
            </a:schemeClr>
          </a:outerShdw>
        </a:effectLst>
        <a:scene3d>
          <a:camera prst="orthographicFront"/>
          <a:lightRig rig="flat" dir="t"/>
        </a:scene3d>
        <a:sp3d z="-190500"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34290" tIns="22860" rIns="34290" bIns="22860" numCol="1" spcCol="1270" anchor="ctr" anchorCtr="0">
          <a:noAutofit/>
        </a:bodyPr>
        <a:lstStyle/>
        <a:p>
          <a:pPr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800" kern="1200" dirty="0" smtClean="0">
              <a:latin typeface="+mj-lt"/>
            </a:rPr>
            <a:t>Содержит подменю: </a:t>
          </a:r>
          <a:r>
            <a:rPr lang="ru-RU" sz="1800" i="1" kern="1200" dirty="0" err="1" smtClean="0">
              <a:latin typeface="+mj-lt"/>
            </a:rPr>
            <a:t>GitHub</a:t>
          </a:r>
          <a:r>
            <a:rPr lang="ru-RU" sz="1800" kern="1200" dirty="0" smtClean="0">
              <a:latin typeface="+mj-lt"/>
            </a:rPr>
            <a:t>, </a:t>
          </a:r>
          <a:r>
            <a:rPr lang="ru-RU" sz="1800" i="1" kern="1200" dirty="0" err="1" smtClean="0">
              <a:latin typeface="+mj-lt"/>
            </a:rPr>
            <a:t>Yandex</a:t>
          </a:r>
          <a:r>
            <a:rPr lang="ru-RU" sz="1800" i="1" kern="1200" dirty="0" smtClean="0">
              <a:latin typeface="+mj-lt"/>
            </a:rPr>
            <a:t> </a:t>
          </a:r>
          <a:r>
            <a:rPr lang="ru-RU" sz="1800" i="1" kern="1200" dirty="0" err="1" smtClean="0">
              <a:latin typeface="+mj-lt"/>
            </a:rPr>
            <a:t>Map</a:t>
          </a:r>
          <a:r>
            <a:rPr lang="ru-RU" sz="1800" i="1" kern="1200" dirty="0" smtClean="0">
              <a:latin typeface="+mj-lt"/>
            </a:rPr>
            <a:t> API</a:t>
          </a:r>
          <a:r>
            <a:rPr lang="ru-RU" sz="1800" kern="1200" dirty="0" smtClean="0">
              <a:latin typeface="+mj-lt"/>
            </a:rPr>
            <a:t> и др.</a:t>
          </a:r>
          <a:endParaRPr lang="ru-RU" sz="1800" kern="1200" dirty="0">
            <a:latin typeface="+mj-lt"/>
          </a:endParaRPr>
        </a:p>
      </dsp:txBody>
      <dsp:txXfrm>
        <a:off x="7035848" y="1214746"/>
        <a:ext cx="4354314" cy="613345"/>
      </dsp:txXfrm>
    </dsp:sp>
    <dsp:sp modelId="{6F8EC973-2E21-432C-9D2E-DA333D8DDB44}">
      <dsp:nvSpPr>
        <dsp:cNvPr id="0" name=""/>
        <dsp:cNvSpPr/>
      </dsp:nvSpPr>
      <dsp:spPr>
        <a:xfrm>
          <a:off x="6454452" y="1064165"/>
          <a:ext cx="562313" cy="124026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240261"/>
              </a:lnTo>
              <a:lnTo>
                <a:pt x="562313" y="1240261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flat" dir="t"/>
        </a:scene3d>
        <a:sp3d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D4DFE44-5669-4C29-8ADB-A6789EA566FF}">
      <dsp:nvSpPr>
        <dsp:cNvPr id="0" name=""/>
        <dsp:cNvSpPr/>
      </dsp:nvSpPr>
      <dsp:spPr>
        <a:xfrm>
          <a:off x="7016766" y="1978672"/>
          <a:ext cx="4392478" cy="65150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7150" dist="38100" dir="5400000" algn="ctr" rotWithShape="0">
            <a:schemeClr val="lt1">
              <a:alpha val="90000"/>
              <a:hueOff val="0"/>
              <a:satOff val="0"/>
              <a:lumOff val="0"/>
              <a:alphaOff val="0"/>
              <a:shade val="9000"/>
              <a:satMod val="105000"/>
              <a:alpha val="48000"/>
            </a:schemeClr>
          </a:outerShdw>
        </a:effectLst>
        <a:scene3d>
          <a:camera prst="orthographicFront"/>
          <a:lightRig rig="flat" dir="t"/>
        </a:scene3d>
        <a:sp3d z="-190500"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34290" tIns="22860" rIns="34290" bIns="22860" numCol="1" spcCol="1270" anchor="ctr" anchorCtr="0">
          <a:noAutofit/>
        </a:bodyPr>
        <a:lstStyle/>
        <a:p>
          <a:pPr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800" kern="1200" dirty="0" smtClean="0">
              <a:latin typeface="+mj-lt"/>
            </a:rPr>
            <a:t>Переводит пользователя в браузер на соответствующую страничку</a:t>
          </a:r>
          <a:endParaRPr lang="ru-RU" sz="1800" kern="1200" dirty="0">
            <a:latin typeface="+mj-lt"/>
          </a:endParaRPr>
        </a:p>
      </dsp:txBody>
      <dsp:txXfrm>
        <a:off x="7035848" y="1997754"/>
        <a:ext cx="4354314" cy="61334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Process3">
  <dgm:title val=""/>
  <dgm:desc val=""/>
  <dgm:catLst>
    <dgm:cat type="process" pri="11000"/>
    <dgm:cat type="convert" pri="1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1" destId="2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51" srcId="1" destId="11" srcOrd="0" destOrd="0"/>
        <dgm:cxn modelId="61" srcId="2" destId="21" srcOrd="0" destOrd="0"/>
        <dgm:cxn modelId="71" srcId="3" destId="31" srcOrd="0" destOrd="0"/>
        <dgm:cxn modelId="81" srcId="4" destId="41" srcOrd="0" destOrd="0"/>
      </dgm:cxnLst>
      <dgm:bg/>
      <dgm:whole/>
    </dgm:dataModel>
  </dgm:clrData>
  <dgm:layoutNode name="Name0">
    <dgm:varLst>
      <dgm:chPref val="3"/>
      <dgm:dir/>
      <dgm:animLvl val="lvl"/>
      <dgm:resizeHandles/>
    </dgm:varLst>
    <dgm:choose name="Name1">
      <dgm:if name="Name2" func="var" arg="dir" op="equ" val="norm">
        <dgm:alg type="lin">
          <dgm:param type="linDir" val="fromT"/>
          <dgm:param type="vertAlign" val="mid"/>
          <dgm:param type="nodeHorzAlign" val="l"/>
          <dgm:param type="nodeVertAlign" val="t"/>
          <dgm:param type="fallback" val="2D"/>
        </dgm:alg>
      </dgm:if>
      <dgm:else name="Name3">
        <dgm:alg type="lin">
          <dgm:param type="linDir" val="fromT"/>
          <dgm:param type="vertAlign" val="mid"/>
          <dgm:param type="nodeHorzAlign" val="r"/>
          <dgm:param type="nodeVertAlign" val="t"/>
          <dgm:param type="fallback" val="2D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bigChev" refType="w"/>
      <dgm:constr type="h" for="des" forName="bigChev" refType="w" refFor="des" refForName="bigChev" op="equ" fact="0.4"/>
      <dgm:constr type="w" for="des" forName="node" refType="w" refFor="des" refForName="bigChev" fact="0.83"/>
      <dgm:constr type="h" for="des" forName="node" refType="w" refFor="des" refForName="node" op="equ" fact="0.4"/>
      <dgm:constr type="w" for="des" forName="parTrans" refType="w" refFor="des" refForName="bigChev" op="equ" fact="-0.13"/>
      <dgm:constr type="w" for="des" forName="sibTrans" refType="w" refFor="des" refForName="node" op="equ" fact="-0.14"/>
      <dgm:constr type="h" for="ch" forName="vSp" refType="h" refFor="des" refForName="bigChev" op="equ" fact="0.14"/>
      <dgm:constr type="primFontSz" for="des" forName="node" op="equ"/>
      <dgm:constr type="primFontSz" for="des" forName="bigChev" op="equ"/>
    </dgm:constrLst>
    <dgm:ruleLst/>
    <dgm:forEach name="Name4" axis="ch" ptType="node">
      <dgm:layoutNode name="horFlow">
        <dgm:choose name="Name5">
          <dgm:if name="Name6" func="var" arg="dir" op="equ" val="norm">
            <dgm:alg type="lin">
              <dgm:param type="linDir" val="fromL"/>
              <dgm:param type="nodeHorzAlign" val="l"/>
              <dgm:param type="nodeVertAlign" val="mid"/>
              <dgm:param type="fallback" val="2D"/>
            </dgm:alg>
          </dgm:if>
          <dgm:else name="Name7">
            <dgm:alg type="lin">
              <dgm:param type="linDir" val="fromR"/>
              <dgm:param type="nodeHorzAlign" val="r"/>
              <dgm:param type="nodeVertAlign" val="mid"/>
              <dgm:param type="fallback" val="2D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bigChev" styleLbl="node1">
          <dgm:alg type="tx"/>
          <dgm:choose name="Name8">
            <dgm:if name="Name9" func="var" arg="dir" op="equ" val="norm">
              <dgm:shape xmlns:r="http://schemas.openxmlformats.org/officeDocument/2006/relationships" type="chevron" r:blip="">
                <dgm:adjLst/>
              </dgm:shape>
              <dgm:presOf axis="self"/>
              <dgm:constrLst>
                <dgm:constr type="primFontSz" val="65"/>
                <dgm:constr type="rMarg"/>
                <dgm:constr type="lMarg" refType="primFontSz" fact="0.1"/>
                <dgm:constr type="tMarg" refType="primFontSz" fact="0.05"/>
                <dgm:constr type="bMarg" refType="primFontSz" fact="0.05"/>
              </dgm:constrLst>
            </dgm:if>
            <dgm:else name="Name10">
              <dgm:shape xmlns:r="http://schemas.openxmlformats.org/officeDocument/2006/relationships" rot="180" type="chevron" r:blip="">
                <dgm:adjLst/>
              </dgm:shape>
              <dgm:presOf axis="self"/>
              <dgm:constrLst>
                <dgm:constr type="primFontSz" val="65"/>
                <dgm:constr type="lMarg"/>
                <dgm:constr type="rMarg" refType="primFontSz" fact="0.1"/>
                <dgm:constr type="tMarg" refType="primFontSz" fact="0.05"/>
                <dgm:constr type="bMarg" refType="primFontSz" fact="0.05"/>
              </dgm:constrLst>
            </dgm:else>
          </dgm:choose>
          <dgm:ruleLst>
            <dgm:rule type="primFontSz" val="5" fact="NaN" max="NaN"/>
          </dgm:ruleLst>
        </dgm:layoutNode>
        <dgm:forEach name="parTransForEach" axis="ch" ptType="parTrans" cnt="1">
          <dgm:layoutNode name="par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  <dgm:forEach name="Name11" axis="ch" ptType="node">
          <dgm:layoutNode name="node" styleLbl="alignAccFollowNode1">
            <dgm:varLst>
              <dgm:bulletEnabled val="1"/>
            </dgm:varLst>
            <dgm:alg type="tx"/>
            <dgm:choose name="Name12">
              <dgm:if name="Name13" func="var" arg="dir" op="equ" val="norm">
                <dgm:shape xmlns:r="http://schemas.openxmlformats.org/officeDocument/2006/relationships" type="chevron" r:blip="">
                  <dgm:adjLst/>
                </dgm:shape>
                <dgm:presOf axis="desOrSelf" ptType="node"/>
                <dgm:constrLst>
                  <dgm:constr type="primFontSz" val="65"/>
                  <dgm:constr type="rMarg"/>
                  <dgm:constr type="lMarg" refType="primFontSz" fact="0.1"/>
                  <dgm:constr type="tMarg" refType="primFontSz" fact="0.05"/>
                  <dgm:constr type="bMarg" refType="primFontSz" fact="0.05"/>
                </dgm:constrLst>
              </dgm:if>
              <dgm:else name="Name14">
                <dgm:shape xmlns:r="http://schemas.openxmlformats.org/officeDocument/2006/relationships" rot="180" type="chevron" r:blip="">
                  <dgm:adjLst/>
                </dgm:shape>
                <dgm:presOf axis="desOrSelf" ptType="node"/>
                <dgm:constrLst>
                  <dgm:constr type="primFontSz" val="65"/>
                  <dgm:constr type="lMarg"/>
                  <dgm:constr type="rMarg" refType="primFontSz" fact="0.1"/>
                  <dgm:constr type="tMarg" refType="primFontSz" fact="0.05"/>
                  <dgm:constr type="bMarg" refType="primFontSz" fact="0.05"/>
                </dgm:constrLst>
              </dgm:else>
            </dgm:choose>
            <dgm:ruleLst>
              <dgm:rule type="primFontSz" val="5" fact="NaN" max="NaN"/>
            </dgm:ruleLst>
          </dgm:layoutNode>
          <dgm:forEach name="sibTransForEach" axis="followSib" ptType="sibTrans" cnt="1">
            <dgm:layoutNode name="sibTrans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layoutNode>
      <dgm:choose name="Name15">
        <dgm:if name="Name16" axis="self" ptType="node" func="revPos" op="gte" val="2">
          <dgm:layoutNode name="vSp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17"/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3">
  <dgm:title val=""/>
  <dgm:desc val=""/>
  <dgm:catLst>
    <dgm:cat type="hierarchy" pri="7000"/>
    <dgm:cat type="list" pri="23000"/>
    <dgm:cat type="relationship" pri="15000"/>
    <dgm:cat type="convert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1" destId="11" srcOrd="0" destOrd="0"/>
        <dgm:cxn modelId="6" srcId="1" destId="12" srcOrd="1" destOrd="0"/>
        <dgm:cxn modelId="7" srcId="0" destId="2" srcOrd="1" destOrd="0"/>
        <dgm:cxn modelId="8" srcId="2" destId="21" srcOrd="0" destOrd="0"/>
        <dgm:cxn modelId="9" srcId="2" destId="2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rootText" op="equ" val="65"/>
      <dgm:constr type="primFontSz" for="des" forName="childText" op="equ" val="65"/>
      <dgm:constr type="w" for="des" forName="rootComposite" refType="w"/>
      <dgm:constr type="h" for="des" forName="rootComposite" refType="w" fact="0.5"/>
      <dgm:constr type="w" for="des" forName="childText" refType="w" refFor="des" refForName="rootComposite" fact="0.8"/>
      <dgm:constr type="h" for="des" forName="childText" refType="h" refFor="des" refForName="rootComposite"/>
      <dgm:constr type="sibSp" refType="w" refFor="des" refForName="rootComposite" fact="0.25"/>
      <dgm:constr type="sibSp" for="des" forName="childShape" refType="h" refFor="des" refForName="childText" fact="0.25"/>
      <dgm:constr type="sp" for="des" forName="root" refType="h" refFor="des" refForName="childText" fact="0.25"/>
    </dgm:constrLst>
    <dgm:ruleLst/>
    <dgm:forEach name="Name3" axis="ch">
      <dgm:forEach name="Name4" axis="self" ptType="node" cnt="1">
        <dgm:layoutNode name="root">
          <dgm:choose name="Name5">
            <dgm:if name="Name6" func="var" arg="dir" op="equ" val="norm">
              <dgm:alg type="hierRoot">
                <dgm:param type="hierAlign" val="tL"/>
              </dgm:alg>
            </dgm:if>
            <dgm:else name="Name7">
              <dgm:alg type="hierRoot">
                <dgm:param type="hierAlign" val="t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alignOff" val="0.2"/>
          </dgm:constrLst>
          <dgm:ruleLst/>
          <dgm:layoutNode name="rootComposite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8">
              <dgm:if name="Name9" func="var" arg="dir" op="equ" val="norm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l" for="ch" forName="rootConnector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if>
              <dgm:else name="Name10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r" for="ch" forName="rootConnector" refType="w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else>
            </dgm:choose>
            <dgm:ruleLst/>
            <dgm:layoutNode name="rootText" styleLbl="node1"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 ptType="node" cnt="1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rootConnector" moveWith="rootText">
              <dgm:alg type="sp"/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self" ptType="node" cnt="1"/>
              <dgm:constrLst/>
              <dgm:ruleLst/>
            </dgm:layoutNode>
          </dgm:layoutNode>
          <dgm:layoutNode name="childShape">
            <dgm:alg type="hierChild">
              <dgm:param type="chAlign" val="l"/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parTrans" cnt="1">
                <dgm:layoutNode name="Name13">
                  <dgm:choose name="Name14">
                    <dgm:if name="Name15" func="var" arg="dir" op="equ" val="norm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L"/>
                      </dgm:alg>
                    </dgm:if>
                    <dgm:else name="Name16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7" axis="self" ptType="node">
                <dgm:layoutNode name="childText" styleLbl="bgAcc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self desOrSelf" ptType="node node" st="1 1" cnt="1 0"/>
                  <dgm:constrLst>
                    <dgm:constr type="tMarg" refType="primFontSz" fact="0.1"/>
                    <dgm:constr type="bMarg" refType="primFontSz" fact="0.1"/>
                    <dgm:constr type="lMarg" refType="primFontSz" fact="0.15"/>
                    <dgm:constr type="rMarg" refType="primFontSz" fact="0.15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ierarchy3">
  <dgm:title val=""/>
  <dgm:desc val=""/>
  <dgm:catLst>
    <dgm:cat type="hierarchy" pri="7000"/>
    <dgm:cat type="list" pri="23000"/>
    <dgm:cat type="relationship" pri="15000"/>
    <dgm:cat type="convert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1" destId="11" srcOrd="0" destOrd="0"/>
        <dgm:cxn modelId="6" srcId="1" destId="12" srcOrd="1" destOrd="0"/>
        <dgm:cxn modelId="7" srcId="0" destId="2" srcOrd="1" destOrd="0"/>
        <dgm:cxn modelId="8" srcId="2" destId="21" srcOrd="0" destOrd="0"/>
        <dgm:cxn modelId="9" srcId="2" destId="2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rootText" op="equ" val="65"/>
      <dgm:constr type="primFontSz" for="des" forName="childText" op="equ" val="65"/>
      <dgm:constr type="w" for="des" forName="rootComposite" refType="w"/>
      <dgm:constr type="h" for="des" forName="rootComposite" refType="w" fact="0.5"/>
      <dgm:constr type="w" for="des" forName="childText" refType="w" refFor="des" refForName="rootComposite" fact="0.8"/>
      <dgm:constr type="h" for="des" forName="childText" refType="h" refFor="des" refForName="rootComposite"/>
      <dgm:constr type="sibSp" refType="w" refFor="des" refForName="rootComposite" fact="0.25"/>
      <dgm:constr type="sibSp" for="des" forName="childShape" refType="h" refFor="des" refForName="childText" fact="0.25"/>
      <dgm:constr type="sp" for="des" forName="root" refType="h" refFor="des" refForName="childText" fact="0.25"/>
    </dgm:constrLst>
    <dgm:ruleLst/>
    <dgm:forEach name="Name3" axis="ch">
      <dgm:forEach name="Name4" axis="self" ptType="node" cnt="1">
        <dgm:layoutNode name="root">
          <dgm:choose name="Name5">
            <dgm:if name="Name6" func="var" arg="dir" op="equ" val="norm">
              <dgm:alg type="hierRoot">
                <dgm:param type="hierAlign" val="tL"/>
              </dgm:alg>
            </dgm:if>
            <dgm:else name="Name7">
              <dgm:alg type="hierRoot">
                <dgm:param type="hierAlign" val="t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alignOff" val="0.2"/>
          </dgm:constrLst>
          <dgm:ruleLst/>
          <dgm:layoutNode name="rootComposite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8">
              <dgm:if name="Name9" func="var" arg="dir" op="equ" val="norm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l" for="ch" forName="rootConnector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if>
              <dgm:else name="Name10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r" for="ch" forName="rootConnector" refType="w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else>
            </dgm:choose>
            <dgm:ruleLst/>
            <dgm:layoutNode name="rootText" styleLbl="node1"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 ptType="node" cnt="1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rootConnector" moveWith="rootText">
              <dgm:alg type="sp"/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self" ptType="node" cnt="1"/>
              <dgm:constrLst/>
              <dgm:ruleLst/>
            </dgm:layoutNode>
          </dgm:layoutNode>
          <dgm:layoutNode name="childShape">
            <dgm:alg type="hierChild">
              <dgm:param type="chAlign" val="l"/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parTrans" cnt="1">
                <dgm:layoutNode name="Name13">
                  <dgm:choose name="Name14">
                    <dgm:if name="Name15" func="var" arg="dir" op="equ" val="norm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L"/>
                      </dgm:alg>
                    </dgm:if>
                    <dgm:else name="Name16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7" axis="self" ptType="node">
                <dgm:layoutNode name="childText" styleLbl="bgAcc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self desOrSelf" ptType="node node" st="1 1" cnt="1 0"/>
                  <dgm:constrLst>
                    <dgm:constr type="tMarg" refType="primFontSz" fact="0.1"/>
                    <dgm:constr type="bMarg" refType="primFontSz" fact="0.1"/>
                    <dgm:constr type="lMarg" refType="primFontSz" fact="0.15"/>
                    <dgm:constr type="rMarg" refType="primFontSz" fact="0.15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hierarchy3">
  <dgm:title val=""/>
  <dgm:desc val=""/>
  <dgm:catLst>
    <dgm:cat type="hierarchy" pri="7000"/>
    <dgm:cat type="list" pri="23000"/>
    <dgm:cat type="relationship" pri="15000"/>
    <dgm:cat type="convert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1" destId="11" srcOrd="0" destOrd="0"/>
        <dgm:cxn modelId="6" srcId="1" destId="12" srcOrd="1" destOrd="0"/>
        <dgm:cxn modelId="7" srcId="0" destId="2" srcOrd="1" destOrd="0"/>
        <dgm:cxn modelId="8" srcId="2" destId="21" srcOrd="0" destOrd="0"/>
        <dgm:cxn modelId="9" srcId="2" destId="2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rootText" op="equ" val="65"/>
      <dgm:constr type="primFontSz" for="des" forName="childText" op="equ" val="65"/>
      <dgm:constr type="w" for="des" forName="rootComposite" refType="w"/>
      <dgm:constr type="h" for="des" forName="rootComposite" refType="w" fact="0.5"/>
      <dgm:constr type="w" for="des" forName="childText" refType="w" refFor="des" refForName="rootComposite" fact="0.8"/>
      <dgm:constr type="h" for="des" forName="childText" refType="h" refFor="des" refForName="rootComposite"/>
      <dgm:constr type="sibSp" refType="w" refFor="des" refForName="rootComposite" fact="0.25"/>
      <dgm:constr type="sibSp" for="des" forName="childShape" refType="h" refFor="des" refForName="childText" fact="0.25"/>
      <dgm:constr type="sp" for="des" forName="root" refType="h" refFor="des" refForName="childText" fact="0.25"/>
    </dgm:constrLst>
    <dgm:ruleLst/>
    <dgm:forEach name="Name3" axis="ch">
      <dgm:forEach name="Name4" axis="self" ptType="node" cnt="1">
        <dgm:layoutNode name="root">
          <dgm:choose name="Name5">
            <dgm:if name="Name6" func="var" arg="dir" op="equ" val="norm">
              <dgm:alg type="hierRoot">
                <dgm:param type="hierAlign" val="tL"/>
              </dgm:alg>
            </dgm:if>
            <dgm:else name="Name7">
              <dgm:alg type="hierRoot">
                <dgm:param type="hierAlign" val="t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alignOff" val="0.2"/>
          </dgm:constrLst>
          <dgm:ruleLst/>
          <dgm:layoutNode name="rootComposite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8">
              <dgm:if name="Name9" func="var" arg="dir" op="equ" val="norm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l" for="ch" forName="rootConnector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if>
              <dgm:else name="Name10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r" for="ch" forName="rootConnector" refType="w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else>
            </dgm:choose>
            <dgm:ruleLst/>
            <dgm:layoutNode name="rootText" styleLbl="node1"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 ptType="node" cnt="1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rootConnector" moveWith="rootText">
              <dgm:alg type="sp"/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self" ptType="node" cnt="1"/>
              <dgm:constrLst/>
              <dgm:ruleLst/>
            </dgm:layoutNode>
          </dgm:layoutNode>
          <dgm:layoutNode name="childShape">
            <dgm:alg type="hierChild">
              <dgm:param type="chAlign" val="l"/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parTrans" cnt="1">
                <dgm:layoutNode name="Name13">
                  <dgm:choose name="Name14">
                    <dgm:if name="Name15" func="var" arg="dir" op="equ" val="norm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L"/>
                      </dgm:alg>
                    </dgm:if>
                    <dgm:else name="Name16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7" axis="self" ptType="node">
                <dgm:layoutNode name="childText" styleLbl="bgAcc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self desOrSelf" ptType="node node" st="1 1" cnt="1 0"/>
                  <dgm:constrLst>
                    <dgm:constr type="tMarg" refType="primFontSz" fact="0.1"/>
                    <dgm:constr type="bMarg" refType="primFontSz" fact="0.1"/>
                    <dgm:constr type="lMarg" refType="primFontSz" fact="0.15"/>
                    <dgm:constr type="rMarg" refType="primFontSz" fact="0.15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hierarchy3">
  <dgm:title val=""/>
  <dgm:desc val=""/>
  <dgm:catLst>
    <dgm:cat type="hierarchy" pri="7000"/>
    <dgm:cat type="list" pri="23000"/>
    <dgm:cat type="relationship" pri="15000"/>
    <dgm:cat type="convert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1" destId="11" srcOrd="0" destOrd="0"/>
        <dgm:cxn modelId="6" srcId="1" destId="12" srcOrd="1" destOrd="0"/>
        <dgm:cxn modelId="7" srcId="0" destId="2" srcOrd="1" destOrd="0"/>
        <dgm:cxn modelId="8" srcId="2" destId="21" srcOrd="0" destOrd="0"/>
        <dgm:cxn modelId="9" srcId="2" destId="2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rootText" op="equ" val="65"/>
      <dgm:constr type="primFontSz" for="des" forName="childText" op="equ" val="65"/>
      <dgm:constr type="w" for="des" forName="rootComposite" refType="w"/>
      <dgm:constr type="h" for="des" forName="rootComposite" refType="w" fact="0.5"/>
      <dgm:constr type="w" for="des" forName="childText" refType="w" refFor="des" refForName="rootComposite" fact="0.8"/>
      <dgm:constr type="h" for="des" forName="childText" refType="h" refFor="des" refForName="rootComposite"/>
      <dgm:constr type="sibSp" refType="w" refFor="des" refForName="rootComposite" fact="0.25"/>
      <dgm:constr type="sibSp" for="des" forName="childShape" refType="h" refFor="des" refForName="childText" fact="0.25"/>
      <dgm:constr type="sp" for="des" forName="root" refType="h" refFor="des" refForName="childText" fact="0.25"/>
    </dgm:constrLst>
    <dgm:ruleLst/>
    <dgm:forEach name="Name3" axis="ch">
      <dgm:forEach name="Name4" axis="self" ptType="node" cnt="1">
        <dgm:layoutNode name="root">
          <dgm:choose name="Name5">
            <dgm:if name="Name6" func="var" arg="dir" op="equ" val="norm">
              <dgm:alg type="hierRoot">
                <dgm:param type="hierAlign" val="tL"/>
              </dgm:alg>
            </dgm:if>
            <dgm:else name="Name7">
              <dgm:alg type="hierRoot">
                <dgm:param type="hierAlign" val="t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alignOff" val="0.2"/>
          </dgm:constrLst>
          <dgm:ruleLst/>
          <dgm:layoutNode name="rootComposite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8">
              <dgm:if name="Name9" func="var" arg="dir" op="equ" val="norm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l" for="ch" forName="rootConnector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if>
              <dgm:else name="Name10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r" for="ch" forName="rootConnector" refType="w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else>
            </dgm:choose>
            <dgm:ruleLst/>
            <dgm:layoutNode name="rootText" styleLbl="node1"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 ptType="node" cnt="1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rootConnector" moveWith="rootText">
              <dgm:alg type="sp"/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self" ptType="node" cnt="1"/>
              <dgm:constrLst/>
              <dgm:ruleLst/>
            </dgm:layoutNode>
          </dgm:layoutNode>
          <dgm:layoutNode name="childShape">
            <dgm:alg type="hierChild">
              <dgm:param type="chAlign" val="l"/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parTrans" cnt="1">
                <dgm:layoutNode name="Name13">
                  <dgm:choose name="Name14">
                    <dgm:if name="Name15" func="var" arg="dir" op="equ" val="norm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L"/>
                      </dgm:alg>
                    </dgm:if>
                    <dgm:else name="Name16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7" axis="self" ptType="node">
                <dgm:layoutNode name="childText" styleLbl="bgAcc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self desOrSelf" ptType="node node" st="1 1" cnt="1 0"/>
                  <dgm:constrLst>
                    <dgm:constr type="tMarg" refType="primFontSz" fact="0.1"/>
                    <dgm:constr type="bMarg" refType="primFontSz" fact="0.1"/>
                    <dgm:constr type="lMarg" refType="primFontSz" fact="0.15"/>
                    <dgm:constr type="rMarg" refType="primFontSz" fact="0.15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hierarchy3">
  <dgm:title val=""/>
  <dgm:desc val=""/>
  <dgm:catLst>
    <dgm:cat type="hierarchy" pri="7000"/>
    <dgm:cat type="list" pri="23000"/>
    <dgm:cat type="relationship" pri="15000"/>
    <dgm:cat type="convert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1" destId="11" srcOrd="0" destOrd="0"/>
        <dgm:cxn modelId="6" srcId="1" destId="12" srcOrd="1" destOrd="0"/>
        <dgm:cxn modelId="7" srcId="0" destId="2" srcOrd="1" destOrd="0"/>
        <dgm:cxn modelId="8" srcId="2" destId="21" srcOrd="0" destOrd="0"/>
        <dgm:cxn modelId="9" srcId="2" destId="2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rootText" op="equ" val="65"/>
      <dgm:constr type="primFontSz" for="des" forName="childText" op="equ" val="65"/>
      <dgm:constr type="w" for="des" forName="rootComposite" refType="w"/>
      <dgm:constr type="h" for="des" forName="rootComposite" refType="w" fact="0.5"/>
      <dgm:constr type="w" for="des" forName="childText" refType="w" refFor="des" refForName="rootComposite" fact="0.8"/>
      <dgm:constr type="h" for="des" forName="childText" refType="h" refFor="des" refForName="rootComposite"/>
      <dgm:constr type="sibSp" refType="w" refFor="des" refForName="rootComposite" fact="0.25"/>
      <dgm:constr type="sibSp" for="des" forName="childShape" refType="h" refFor="des" refForName="childText" fact="0.25"/>
      <dgm:constr type="sp" for="des" forName="root" refType="h" refFor="des" refForName="childText" fact="0.25"/>
    </dgm:constrLst>
    <dgm:ruleLst/>
    <dgm:forEach name="Name3" axis="ch">
      <dgm:forEach name="Name4" axis="self" ptType="node" cnt="1">
        <dgm:layoutNode name="root">
          <dgm:choose name="Name5">
            <dgm:if name="Name6" func="var" arg="dir" op="equ" val="norm">
              <dgm:alg type="hierRoot">
                <dgm:param type="hierAlign" val="tL"/>
              </dgm:alg>
            </dgm:if>
            <dgm:else name="Name7">
              <dgm:alg type="hierRoot">
                <dgm:param type="hierAlign" val="t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alignOff" val="0.2"/>
          </dgm:constrLst>
          <dgm:ruleLst/>
          <dgm:layoutNode name="rootComposite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8">
              <dgm:if name="Name9" func="var" arg="dir" op="equ" val="norm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l" for="ch" forName="rootConnector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if>
              <dgm:else name="Name10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r" for="ch" forName="rootConnector" refType="w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else>
            </dgm:choose>
            <dgm:ruleLst/>
            <dgm:layoutNode name="rootText" styleLbl="node1"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 ptType="node" cnt="1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rootConnector" moveWith="rootText">
              <dgm:alg type="sp"/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self" ptType="node" cnt="1"/>
              <dgm:constrLst/>
              <dgm:ruleLst/>
            </dgm:layoutNode>
          </dgm:layoutNode>
          <dgm:layoutNode name="childShape">
            <dgm:alg type="hierChild">
              <dgm:param type="chAlign" val="l"/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parTrans" cnt="1">
                <dgm:layoutNode name="Name13">
                  <dgm:choose name="Name14">
                    <dgm:if name="Name15" func="var" arg="dir" op="equ" val="norm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L"/>
                      </dgm:alg>
                    </dgm:if>
                    <dgm:else name="Name16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7" axis="self" ptType="node">
                <dgm:layoutNode name="childText" styleLbl="bgAcc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self desOrSelf" ptType="node node" st="1 1" cnt="1 0"/>
                  <dgm:constrLst>
                    <dgm:constr type="tMarg" refType="primFontSz" fact="0.1"/>
                    <dgm:constr type="bMarg" refType="primFontSz" fact="0.1"/>
                    <dgm:constr type="lMarg" refType="primFontSz" fact="0.15"/>
                    <dgm:constr type="rMarg" refType="primFontSz" fact="0.15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Заголовок 8"/>
          <p:cNvSpPr>
            <a:spLocks noGrp="1"/>
          </p:cNvSpPr>
          <p:nvPr>
            <p:ph type="ctrTitle"/>
          </p:nvPr>
        </p:nvSpPr>
        <p:spPr>
          <a:xfrm>
            <a:off x="711200" y="1371600"/>
            <a:ext cx="10468864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17" name="Подзаголовок 16"/>
          <p:cNvSpPr>
            <a:spLocks noGrp="1"/>
          </p:cNvSpPr>
          <p:nvPr>
            <p:ph type="subTitle" idx="1"/>
          </p:nvPr>
        </p:nvSpPr>
        <p:spPr>
          <a:xfrm>
            <a:off x="711200" y="3228536"/>
            <a:ext cx="10472928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ru-RU" smtClean="0"/>
              <a:t>Образец подзаголовка</a:t>
            </a:r>
            <a:endParaRPr kumimoji="0" lang="en-US"/>
          </a:p>
        </p:txBody>
      </p:sp>
      <p:sp>
        <p:nvSpPr>
          <p:cNvPr id="30" name="Дата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7AE53A-2FEC-4853-9084-09EBA881243A}" type="datetimeFigureOut">
              <a:rPr lang="ru-RU" smtClean="0"/>
              <a:pPr/>
              <a:t>26.11.2025</a:t>
            </a:fld>
            <a:endParaRPr lang="ru-RU"/>
          </a:p>
        </p:txBody>
      </p:sp>
      <p:sp>
        <p:nvSpPr>
          <p:cNvPr id="19" name="Нижний колонтитул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27" name="Номер слайда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C8114-A31E-41B7-AFBC-A103062BE37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ferris dir="l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7AE53A-2FEC-4853-9084-09EBA881243A}" type="datetimeFigureOut">
              <a:rPr lang="ru-RU" smtClean="0"/>
              <a:pPr/>
              <a:t>26.11.2025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C8114-A31E-41B7-AFBC-A103062BE37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ferris dir="l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07136" y="1316736"/>
            <a:ext cx="103632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07136" y="2704664"/>
            <a:ext cx="103632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7AE53A-2FEC-4853-9084-09EBA881243A}" type="datetimeFigureOut">
              <a:rPr lang="ru-RU" smtClean="0"/>
              <a:pPr/>
              <a:t>26.11.2025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C8114-A31E-41B7-AFBC-A103062BE37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ferris dir="l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09600" y="704088"/>
            <a:ext cx="10972800" cy="1143000"/>
          </a:xfrm>
        </p:spPr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609600" y="1920085"/>
            <a:ext cx="53848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6197600" y="1920085"/>
            <a:ext cx="53848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7AE53A-2FEC-4853-9084-09EBA881243A}" type="datetimeFigureOut">
              <a:rPr lang="ru-RU" smtClean="0"/>
              <a:pPr/>
              <a:t>26.11.2025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C8114-A31E-41B7-AFBC-A103062BE37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ferris dir="l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09600" y="704088"/>
            <a:ext cx="109728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609600" y="1855248"/>
            <a:ext cx="5386917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3"/>
          </p:nvPr>
        </p:nvSpPr>
        <p:spPr>
          <a:xfrm>
            <a:off x="6193368" y="1859758"/>
            <a:ext cx="5389033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5" name="Содержимое 4"/>
          <p:cNvSpPr>
            <a:spLocks noGrp="1"/>
          </p:cNvSpPr>
          <p:nvPr>
            <p:ph sz="quarter" idx="2"/>
          </p:nvPr>
        </p:nvSpPr>
        <p:spPr>
          <a:xfrm>
            <a:off x="609600" y="2514600"/>
            <a:ext cx="5386917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6193368" y="2514600"/>
            <a:ext cx="5389033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7AE53A-2FEC-4853-9084-09EBA881243A}" type="datetimeFigureOut">
              <a:rPr lang="ru-RU" smtClean="0"/>
              <a:pPr/>
              <a:t>26.11.2025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C8114-A31E-41B7-AFBC-A103062BE37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ferris dir="l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09600" y="704088"/>
            <a:ext cx="110744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7AE53A-2FEC-4853-9084-09EBA881243A}" type="datetimeFigureOut">
              <a:rPr lang="ru-RU" smtClean="0"/>
              <a:pPr/>
              <a:t>26.11.2025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C8114-A31E-41B7-AFBC-A103062BE37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ferris dir="l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7AE53A-2FEC-4853-9084-09EBA881243A}" type="datetimeFigureOut">
              <a:rPr lang="ru-RU" smtClean="0"/>
              <a:pPr/>
              <a:t>26.11.2025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C8114-A31E-41B7-AFBC-A103062BE37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ferris dir="l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14400" y="514352"/>
            <a:ext cx="36576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2"/>
          </p:nvPr>
        </p:nvSpPr>
        <p:spPr>
          <a:xfrm>
            <a:off x="914400" y="1676400"/>
            <a:ext cx="36576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1"/>
          </p:nvPr>
        </p:nvSpPr>
        <p:spPr>
          <a:xfrm>
            <a:off x="4766733" y="1676400"/>
            <a:ext cx="6815667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7AE53A-2FEC-4853-9084-09EBA881243A}" type="datetimeFigureOut">
              <a:rPr lang="ru-RU" smtClean="0"/>
              <a:pPr/>
              <a:t>26.11.2025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C8114-A31E-41B7-AFBC-A103062BE37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ferris dir="l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с одним вырезанным скругленным углом 8"/>
          <p:cNvSpPr/>
          <p:nvPr/>
        </p:nvSpPr>
        <p:spPr>
          <a:xfrm rot="420000" flipV="1">
            <a:off x="4221004" y="1108077"/>
            <a:ext cx="70104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2" name="Прямоугольный треугольник 11"/>
          <p:cNvSpPr/>
          <p:nvPr/>
        </p:nvSpPr>
        <p:spPr>
          <a:xfrm rot="420000" flipV="1">
            <a:off x="10672179" y="5359769"/>
            <a:ext cx="207264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12800" y="1176997"/>
            <a:ext cx="2950464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12800" y="2828785"/>
            <a:ext cx="29464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7AE53A-2FEC-4853-9084-09EBA881243A}" type="datetimeFigureOut">
              <a:rPr lang="ru-RU" smtClean="0"/>
              <a:pPr/>
              <a:t>26.11.2025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10769600" y="6356351"/>
            <a:ext cx="812800" cy="365125"/>
          </a:xfrm>
        </p:spPr>
        <p:txBody>
          <a:bodyPr/>
          <a:lstStyle/>
          <a:p>
            <a:fld id="{6D2C8114-A31E-41B7-AFBC-A103062BE37F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 rot="420000">
            <a:off x="4647724" y="1199517"/>
            <a:ext cx="615696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ru-RU" smtClean="0"/>
              <a:t>Вставка рисунка</a:t>
            </a:r>
            <a:endParaRPr kumimoji="0" lang="en-US" dirty="0"/>
          </a:p>
        </p:txBody>
      </p:sp>
      <p:sp>
        <p:nvSpPr>
          <p:cNvPr id="10" name="Полилиния 9"/>
          <p:cNvSpPr>
            <a:spLocks/>
          </p:cNvSpPr>
          <p:nvPr/>
        </p:nvSpPr>
        <p:spPr bwMode="auto">
          <a:xfrm flipV="1">
            <a:off x="-12700" y="5816600"/>
            <a:ext cx="1221740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Полилиния 10"/>
          <p:cNvSpPr>
            <a:spLocks/>
          </p:cNvSpPr>
          <p:nvPr/>
        </p:nvSpPr>
        <p:spPr bwMode="auto">
          <a:xfrm flipV="1">
            <a:off x="5842000" y="6219826"/>
            <a:ext cx="63500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ferris dir="l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7AE53A-2FEC-4853-9084-09EBA881243A}" type="datetimeFigureOut">
              <a:rPr lang="ru-RU" smtClean="0"/>
              <a:pPr/>
              <a:t>26.11.2025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C8114-A31E-41B7-AFBC-A103062BE37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ferris dir="l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839200" y="914402"/>
            <a:ext cx="2743200" cy="5211763"/>
          </a:xfrm>
        </p:spPr>
        <p:txBody>
          <a:bodyPr vert="eaVert"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609600" y="914402"/>
            <a:ext cx="8026400" cy="5211763"/>
          </a:xfrm>
        </p:spPr>
        <p:txBody>
          <a:bodyPr vert="eaVert"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7AE53A-2FEC-4853-9084-09EBA881243A}" type="datetimeFigureOut">
              <a:rPr lang="ru-RU" smtClean="0"/>
              <a:pPr/>
              <a:t>26.11.2025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C8114-A31E-41B7-AFBC-A103062BE37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ferris dir="l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alphaModFix amt="3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олилиния 6"/>
          <p:cNvSpPr>
            <a:spLocks/>
          </p:cNvSpPr>
          <p:nvPr/>
        </p:nvSpPr>
        <p:spPr bwMode="auto">
          <a:xfrm>
            <a:off x="-12700" y="-7144"/>
            <a:ext cx="1221740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Полилиния 7"/>
          <p:cNvSpPr>
            <a:spLocks/>
          </p:cNvSpPr>
          <p:nvPr/>
        </p:nvSpPr>
        <p:spPr bwMode="auto">
          <a:xfrm>
            <a:off x="5842000" y="-7144"/>
            <a:ext cx="63500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Заголовок 8"/>
          <p:cNvSpPr>
            <a:spLocks noGrp="1"/>
          </p:cNvSpPr>
          <p:nvPr>
            <p:ph type="title"/>
          </p:nvPr>
        </p:nvSpPr>
        <p:spPr>
          <a:xfrm>
            <a:off x="609600" y="704088"/>
            <a:ext cx="109728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0" name="Текст 29"/>
          <p:cNvSpPr>
            <a:spLocks noGrp="1"/>
          </p:cNvSpPr>
          <p:nvPr>
            <p:ph type="body" idx="1"/>
          </p:nvPr>
        </p:nvSpPr>
        <p:spPr>
          <a:xfrm>
            <a:off x="609600" y="1935480"/>
            <a:ext cx="109728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ru-RU" smtClean="0"/>
              <a:t>Образец текста</a:t>
            </a:r>
          </a:p>
          <a:p>
            <a:pPr lvl="1" eaLnBrk="1" latinLnBrk="0" hangingPunct="1"/>
            <a:r>
              <a:rPr kumimoji="0" lang="ru-RU" smtClean="0"/>
              <a:t>Второй уровень</a:t>
            </a:r>
          </a:p>
          <a:p>
            <a:pPr lvl="2" eaLnBrk="1" latinLnBrk="0" hangingPunct="1"/>
            <a:r>
              <a:rPr kumimoji="0" lang="ru-RU" smtClean="0"/>
              <a:t>Третий уровень</a:t>
            </a:r>
          </a:p>
          <a:p>
            <a:pPr lvl="3" eaLnBrk="1" latinLnBrk="0" hangingPunct="1"/>
            <a:r>
              <a:rPr kumimoji="0" lang="ru-RU" smtClean="0"/>
              <a:t>Четвертый уровень</a:t>
            </a:r>
          </a:p>
          <a:p>
            <a:pPr lvl="4" eaLnBrk="1" latinLnBrk="0" hangingPunct="1"/>
            <a:r>
              <a:rPr kumimoji="0" lang="ru-RU" smtClean="0"/>
              <a:t>Пятый уровень</a:t>
            </a:r>
            <a:endParaRPr kumimoji="0" lang="en-US"/>
          </a:p>
        </p:txBody>
      </p:sp>
      <p:sp>
        <p:nvSpPr>
          <p:cNvPr id="10" name="Дата 9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037AE53A-2FEC-4853-9084-09EBA881243A}" type="datetimeFigureOut">
              <a:rPr lang="ru-RU" smtClean="0"/>
              <a:pPr/>
              <a:t>26.11.2025</a:t>
            </a:fld>
            <a:endParaRPr lang="ru-RU"/>
          </a:p>
        </p:txBody>
      </p:sp>
      <p:sp>
        <p:nvSpPr>
          <p:cNvPr id="22" name="Нижний колонтитул 21"/>
          <p:cNvSpPr>
            <a:spLocks noGrp="1"/>
          </p:cNvSpPr>
          <p:nvPr>
            <p:ph type="ftr" sz="quarter" idx="3"/>
          </p:nvPr>
        </p:nvSpPr>
        <p:spPr>
          <a:xfrm>
            <a:off x="3556000" y="6356351"/>
            <a:ext cx="44704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8" name="Номер слайда 17"/>
          <p:cNvSpPr>
            <a:spLocks noGrp="1"/>
          </p:cNvSpPr>
          <p:nvPr>
            <p:ph type="sldNum" sz="quarter" idx="4"/>
          </p:nvPr>
        </p:nvSpPr>
        <p:spPr>
          <a:xfrm>
            <a:off x="10566400" y="6356351"/>
            <a:ext cx="1016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6D2C8114-A31E-41B7-AFBC-A103062BE37F}" type="slidenum">
              <a:rPr lang="ru-RU" smtClean="0"/>
              <a:pPr/>
              <a:t>‹#›</a:t>
            </a:fld>
            <a:endParaRPr lang="ru-RU"/>
          </a:p>
        </p:txBody>
      </p:sp>
      <p:grpSp>
        <p:nvGrpSpPr>
          <p:cNvPr id="2" name="Группа 1"/>
          <p:cNvGrpSpPr/>
          <p:nvPr/>
        </p:nvGrpSpPr>
        <p:grpSpPr>
          <a:xfrm>
            <a:off x="-25356" y="202408"/>
            <a:ext cx="12240731" cy="649224"/>
            <a:chOff x="-19045" y="216550"/>
            <a:chExt cx="9180548" cy="649224"/>
          </a:xfrm>
        </p:grpSpPr>
        <p:sp>
          <p:nvSpPr>
            <p:cNvPr id="12" name="Полилиния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 sz="1800"/>
            </a:p>
          </p:txBody>
        </p:sp>
        <p:sp>
          <p:nvSpPr>
            <p:cNvPr id="13" name="Полилиния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 sz="1800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05" r:id="rId1"/>
    <p:sldLayoutId id="2147483806" r:id="rId2"/>
    <p:sldLayoutId id="2147483807" r:id="rId3"/>
    <p:sldLayoutId id="2147483808" r:id="rId4"/>
    <p:sldLayoutId id="2147483809" r:id="rId5"/>
    <p:sldLayoutId id="2147483810" r:id="rId6"/>
    <p:sldLayoutId id="2147483811" r:id="rId7"/>
    <p:sldLayoutId id="2147483812" r:id="rId8"/>
    <p:sldLayoutId id="2147483813" r:id="rId9"/>
    <p:sldLayoutId id="2147483814" r:id="rId10"/>
    <p:sldLayoutId id="2147483815" r:id="rId11"/>
  </p:sldLayoutIdLst>
  <mc:AlternateContent xmlns:mc="http://schemas.openxmlformats.org/markup-compatibility/2006" xmlns:p14="http://schemas.microsoft.com/office/powerpoint/2010/main">
    <mc:Choice Requires="p14">
      <p:transition spd="slow" p14:dur="2000">
        <p14:ferris dir="l"/>
      </p:transition>
    </mc:Choice>
    <mc:Fallback xmlns="">
      <p:transition spd="slow">
        <p:fade/>
      </p:transition>
    </mc:Fallback>
  </mc:AlternateContent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diagramLayout" Target="../diagrams/layout1.xml"/><Relationship Id="rId7" Type="http://schemas.openxmlformats.org/officeDocument/2006/relationships/image" Target="../media/image4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5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7" Type="http://schemas.openxmlformats.org/officeDocument/2006/relationships/image" Target="../media/image5.png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microsoft.com/office/2007/relationships/diagramDrawing" Target="../diagrams/drawing6.xml"/><Relationship Id="rId3" Type="http://schemas.openxmlformats.org/officeDocument/2006/relationships/diagramLayout" Target="../diagrams/layout5.xml"/><Relationship Id="rId7" Type="http://schemas.openxmlformats.org/officeDocument/2006/relationships/image" Target="../media/image6.png"/><Relationship Id="rId12" Type="http://schemas.openxmlformats.org/officeDocument/2006/relationships/diagramColors" Target="../diagrams/colors6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5.xml"/><Relationship Id="rId11" Type="http://schemas.openxmlformats.org/officeDocument/2006/relationships/diagramQuickStyle" Target="../diagrams/quickStyle6.xml"/><Relationship Id="rId5" Type="http://schemas.openxmlformats.org/officeDocument/2006/relationships/diagramColors" Target="../diagrams/colors5.xml"/><Relationship Id="rId10" Type="http://schemas.openxmlformats.org/officeDocument/2006/relationships/diagramLayout" Target="../diagrams/layout6.xml"/><Relationship Id="rId4" Type="http://schemas.openxmlformats.org/officeDocument/2006/relationships/diagramQuickStyle" Target="../diagrams/quickStyle5.xml"/><Relationship Id="rId9" Type="http://schemas.openxmlformats.org/officeDocument/2006/relationships/diagramData" Target="../diagrams/data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7" Type="http://schemas.openxmlformats.org/officeDocument/2006/relationships/image" Target="../media/image8.png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479373" y="1988840"/>
            <a:ext cx="11233248" cy="1296143"/>
          </a:xfr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0" tIns="0" rIns="18288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/>
          <a:p>
            <a:pPr algn="ctr"/>
            <a:r>
              <a:rPr lang="ru-RU" sz="4400" dirty="0">
                <a:solidFill>
                  <a:schemeClr val="accent1"/>
                </a:solidFill>
              </a:rPr>
              <a:t>РАЗРАБОТКА ПРИЛОЖЕНИЯ </a:t>
            </a:r>
            <a:r>
              <a:rPr lang="ru-RU" sz="4400" dirty="0" smtClean="0">
                <a:solidFill>
                  <a:schemeClr val="accent1"/>
                </a:solidFill>
              </a:rPr>
              <a:t/>
            </a:r>
            <a:br>
              <a:rPr lang="ru-RU" sz="4400" dirty="0" smtClean="0">
                <a:solidFill>
                  <a:schemeClr val="accent1"/>
                </a:solidFill>
              </a:rPr>
            </a:br>
            <a:r>
              <a:rPr lang="ru-RU" sz="4400" dirty="0" smtClean="0">
                <a:solidFill>
                  <a:schemeClr val="accent1"/>
                </a:solidFill>
              </a:rPr>
              <a:t>ДЛЯ РОБОТА-МЕТАЛЛОИСКАТЕЛЯ</a:t>
            </a:r>
            <a:endParaRPr lang="ru-RU" sz="4400" dirty="0">
              <a:solidFill>
                <a:schemeClr val="accent1"/>
              </a:solidFill>
            </a:endParaRPr>
          </a:p>
        </p:txBody>
      </p:sp>
      <p:sp>
        <p:nvSpPr>
          <p:cNvPr id="4" name="Подзаголовок 3"/>
          <p:cNvSpPr>
            <a:spLocks noGrp="1"/>
          </p:cNvSpPr>
          <p:nvPr>
            <p:ph type="subTitle" idx="1"/>
          </p:nvPr>
        </p:nvSpPr>
        <p:spPr>
          <a:xfrm>
            <a:off x="6528048" y="3573016"/>
            <a:ext cx="5197694" cy="2592288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ru-RU" sz="2200" dirty="0" smtClean="0">
                <a:latin typeface="+mj-lt"/>
                <a:cs typeface="Calibri Light" panose="020F0302020204030204" pitchFamily="34" charset="0"/>
              </a:rPr>
              <a:t>Руководитель: 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ru-RU" sz="2200" dirty="0" smtClean="0">
                <a:latin typeface="+mj-lt"/>
                <a:cs typeface="Calibri Light" panose="020F0302020204030204" pitchFamily="34" charset="0"/>
              </a:rPr>
              <a:t>учитель информатики ГБОУ школа № 1532 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ru-RU" sz="2200" b="1" dirty="0" smtClean="0">
                <a:latin typeface="+mj-lt"/>
                <a:cs typeface="Calibri Light" panose="020F0302020204030204" pitchFamily="34" charset="0"/>
              </a:rPr>
              <a:t>Сергеев Антон Борисович</a:t>
            </a:r>
            <a:endParaRPr lang="ru-RU" sz="2200" b="1" dirty="0">
              <a:latin typeface="+mj-lt"/>
              <a:cs typeface="Calibri Light" panose="020F0302020204030204" pitchFamily="34" charset="0"/>
            </a:endParaRPr>
          </a:p>
        </p:txBody>
      </p:sp>
      <p:sp>
        <p:nvSpPr>
          <p:cNvPr id="7" name="Подзаголовок 3"/>
          <p:cNvSpPr txBox="1">
            <a:spLocks/>
          </p:cNvSpPr>
          <p:nvPr/>
        </p:nvSpPr>
        <p:spPr>
          <a:xfrm>
            <a:off x="4525394" y="6165304"/>
            <a:ext cx="3347467" cy="566338"/>
          </a:xfrm>
          <a:prstGeom prst="rect">
            <a:avLst/>
          </a:prstGeom>
        </p:spPr>
        <p:txBody>
          <a:bodyPr vert="horz" lIns="0" rIns="18288">
            <a:noAutofit/>
          </a:bodyPr>
          <a:lstStyle>
            <a:lvl1pPr marL="0" marR="45720" indent="0" algn="r" rtl="0" eaLnBrk="1" latinLnBrk="0" hangingPunct="1">
              <a:spcBef>
                <a:spcPct val="20000"/>
              </a:spcBef>
              <a:buClr>
                <a:schemeClr val="accent3"/>
              </a:buClr>
              <a:buSzPct val="95000"/>
              <a:buFont typeface="Wingdings 2"/>
              <a:buNone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Wingdings 2"/>
              <a:buNone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rtl="0" eaLnBrk="1" latinLnBrk="0" hangingPunct="1">
              <a:spcBef>
                <a:spcPct val="20000"/>
              </a:spcBef>
              <a:buClr>
                <a:schemeClr val="accent2"/>
              </a:buClr>
              <a:buSzPct val="70000"/>
              <a:buFont typeface="Wingdings 2"/>
              <a:buNone/>
              <a:defRPr kumimoji="0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rtl="0" eaLnBrk="1" latinLnBrk="0" hangingPunct="1">
              <a:spcBef>
                <a:spcPct val="20000"/>
              </a:spcBef>
              <a:buClr>
                <a:schemeClr val="accent3"/>
              </a:buClr>
              <a:buSzPct val="65000"/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rtl="0" eaLnBrk="1" latinLnBrk="0" hangingPunct="1">
              <a:spcBef>
                <a:spcPct val="20000"/>
              </a:spcBef>
              <a:buClr>
                <a:schemeClr val="accent4"/>
              </a:buClr>
              <a:buSzPct val="65000"/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rtl="0" eaLnBrk="1" latinLnBrk="0" hangingPunct="1">
              <a:spcBef>
                <a:spcPct val="20000"/>
              </a:spcBef>
              <a:buClr>
                <a:schemeClr val="accent5"/>
              </a:buClr>
              <a:buSzPct val="80000"/>
              <a:buFont typeface="Wingdings 2"/>
              <a:buNone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rtl="0" eaLnBrk="1" latinLnBrk="0" hangingPunct="1">
              <a:spcBef>
                <a:spcPct val="20000"/>
              </a:spcBef>
              <a:buClr>
                <a:schemeClr val="accent6"/>
              </a:buClr>
              <a:buSzPct val="80000"/>
              <a:buFont typeface="Wingdings 2"/>
              <a:buNone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rtl="0" eaLnBrk="1" latinLnBrk="0" hangingPunct="1">
              <a:spcBef>
                <a:spcPct val="20000"/>
              </a:spcBef>
              <a:buClr>
                <a:schemeClr val="tx2"/>
              </a:buClr>
              <a:buNone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rtl="0" eaLnBrk="1" latinLnBrk="0" hangingPunct="1">
              <a:spcBef>
                <a:spcPct val="20000"/>
              </a:spcBef>
              <a:buClr>
                <a:schemeClr val="tx2"/>
              </a:buClr>
              <a:buFontTx/>
              <a:buNone/>
              <a:defRPr kumimoji="0"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Bef>
                <a:spcPts val="0"/>
              </a:spcBef>
            </a:pPr>
            <a:r>
              <a:rPr lang="ru-RU" dirty="0" smtClean="0">
                <a:latin typeface="+mj-lt"/>
                <a:cs typeface="Calibri Light" panose="020F0302020204030204" pitchFamily="34" charset="0"/>
              </a:rPr>
              <a:t>г. Москва, 2025</a:t>
            </a:r>
            <a:endParaRPr lang="ru-RU" dirty="0">
              <a:latin typeface="+mj-lt"/>
              <a:cs typeface="Calibri Light" panose="020F0302020204030204" pitchFamily="34" charset="0"/>
            </a:endParaRP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863B7F99-DBBD-DD42-A47A-D1D67A5D8B2E}"/>
              </a:ext>
            </a:extLst>
          </p:cNvPr>
          <p:cNvSpPr txBox="1">
            <a:spLocks/>
          </p:cNvSpPr>
          <p:nvPr/>
        </p:nvSpPr>
        <p:spPr>
          <a:xfrm>
            <a:off x="659394" y="620688"/>
            <a:ext cx="10873207" cy="1462691"/>
          </a:xfrm>
          <a:prstGeom prst="rect">
            <a:avLst/>
          </a:prstGeom>
        </p:spPr>
        <p:txBody>
          <a:bodyPr vert="horz" lIns="0" rIns="18288">
            <a:normAutofit/>
          </a:bodyPr>
          <a:lstStyle>
            <a:lvl1pPr marL="0" marR="45720" indent="0" algn="r" rtl="0" eaLnBrk="1" latinLnBrk="0" hangingPunct="1">
              <a:spcBef>
                <a:spcPct val="20000"/>
              </a:spcBef>
              <a:buClr>
                <a:schemeClr val="accent3"/>
              </a:buClr>
              <a:buSzPct val="95000"/>
              <a:buFont typeface="Wingdings 2"/>
              <a:buNone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Wingdings 2"/>
              <a:buNone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rtl="0" eaLnBrk="1" latinLnBrk="0" hangingPunct="1">
              <a:spcBef>
                <a:spcPct val="20000"/>
              </a:spcBef>
              <a:buClr>
                <a:schemeClr val="accent2"/>
              </a:buClr>
              <a:buSzPct val="70000"/>
              <a:buFont typeface="Wingdings 2"/>
              <a:buNone/>
              <a:defRPr kumimoji="0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rtl="0" eaLnBrk="1" latinLnBrk="0" hangingPunct="1">
              <a:spcBef>
                <a:spcPct val="20000"/>
              </a:spcBef>
              <a:buClr>
                <a:schemeClr val="accent3"/>
              </a:buClr>
              <a:buSzPct val="65000"/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rtl="0" eaLnBrk="1" latinLnBrk="0" hangingPunct="1">
              <a:spcBef>
                <a:spcPct val="20000"/>
              </a:spcBef>
              <a:buClr>
                <a:schemeClr val="accent4"/>
              </a:buClr>
              <a:buSzPct val="65000"/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rtl="0" eaLnBrk="1" latinLnBrk="0" hangingPunct="1">
              <a:spcBef>
                <a:spcPct val="20000"/>
              </a:spcBef>
              <a:buClr>
                <a:schemeClr val="accent5"/>
              </a:buClr>
              <a:buSzPct val="80000"/>
              <a:buFont typeface="Wingdings 2"/>
              <a:buNone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rtl="0" eaLnBrk="1" latinLnBrk="0" hangingPunct="1">
              <a:spcBef>
                <a:spcPct val="20000"/>
              </a:spcBef>
              <a:buClr>
                <a:schemeClr val="accent6"/>
              </a:buClr>
              <a:buSzPct val="80000"/>
              <a:buFont typeface="Wingdings 2"/>
              <a:buNone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rtl="0" eaLnBrk="1" latinLnBrk="0" hangingPunct="1">
              <a:spcBef>
                <a:spcPct val="20000"/>
              </a:spcBef>
              <a:buClr>
                <a:schemeClr val="tx2"/>
              </a:buClr>
              <a:buNone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rtl="0" eaLnBrk="1" latinLnBrk="0" hangingPunct="1">
              <a:spcBef>
                <a:spcPct val="20000"/>
              </a:spcBef>
              <a:buClr>
                <a:schemeClr val="tx2"/>
              </a:buClr>
              <a:buFontTx/>
              <a:buNone/>
              <a:defRPr kumimoji="0"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ru-RU" dirty="0">
                <a:latin typeface="+mj-lt"/>
                <a:cs typeface="Calibri Light" panose="020F0302020204030204" pitchFamily="34" charset="0"/>
              </a:rPr>
              <a:t>Государственное бюджетное общеобразовательное учреждение</a:t>
            </a:r>
          </a:p>
          <a:p>
            <a:pPr algn="ctr">
              <a:lnSpc>
                <a:spcPct val="150000"/>
              </a:lnSpc>
              <a:spcBef>
                <a:spcPts val="0"/>
              </a:spcBef>
            </a:pPr>
            <a:r>
              <a:rPr lang="ru-RU" dirty="0">
                <a:latin typeface="+mj-lt"/>
                <a:cs typeface="Calibri Light" panose="020F0302020204030204" pitchFamily="34" charset="0"/>
              </a:rPr>
              <a:t>города Москвы «Школа № 1532»</a:t>
            </a:r>
          </a:p>
        </p:txBody>
      </p:sp>
      <p:sp>
        <p:nvSpPr>
          <p:cNvPr id="6" name="Подзаголовок 3"/>
          <p:cNvSpPr txBox="1">
            <a:spLocks/>
          </p:cNvSpPr>
          <p:nvPr/>
        </p:nvSpPr>
        <p:spPr>
          <a:xfrm>
            <a:off x="582504" y="3573016"/>
            <a:ext cx="5297472" cy="2592288"/>
          </a:xfrm>
          <a:prstGeom prst="rect">
            <a:avLst/>
          </a:prstGeom>
        </p:spPr>
        <p:txBody>
          <a:bodyPr vert="horz" lIns="0" rIns="18288">
            <a:noAutofit/>
          </a:bodyPr>
          <a:lstStyle>
            <a:lvl1pPr marL="0" marR="45720" indent="0" algn="r" rtl="0" eaLnBrk="1" latinLnBrk="0" hangingPunct="1">
              <a:spcBef>
                <a:spcPct val="20000"/>
              </a:spcBef>
              <a:buClr>
                <a:schemeClr val="accent3"/>
              </a:buClr>
              <a:buSzPct val="95000"/>
              <a:buFont typeface="Wingdings 2"/>
              <a:buNone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Wingdings 2"/>
              <a:buNone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rtl="0" eaLnBrk="1" latinLnBrk="0" hangingPunct="1">
              <a:spcBef>
                <a:spcPct val="20000"/>
              </a:spcBef>
              <a:buClr>
                <a:schemeClr val="accent2"/>
              </a:buClr>
              <a:buSzPct val="70000"/>
              <a:buFont typeface="Wingdings 2"/>
              <a:buNone/>
              <a:defRPr kumimoji="0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rtl="0" eaLnBrk="1" latinLnBrk="0" hangingPunct="1">
              <a:spcBef>
                <a:spcPct val="20000"/>
              </a:spcBef>
              <a:buClr>
                <a:schemeClr val="accent3"/>
              </a:buClr>
              <a:buSzPct val="65000"/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rtl="0" eaLnBrk="1" latinLnBrk="0" hangingPunct="1">
              <a:spcBef>
                <a:spcPct val="20000"/>
              </a:spcBef>
              <a:buClr>
                <a:schemeClr val="accent4"/>
              </a:buClr>
              <a:buSzPct val="65000"/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rtl="0" eaLnBrk="1" latinLnBrk="0" hangingPunct="1">
              <a:spcBef>
                <a:spcPct val="20000"/>
              </a:spcBef>
              <a:buClr>
                <a:schemeClr val="accent5"/>
              </a:buClr>
              <a:buSzPct val="80000"/>
              <a:buFont typeface="Wingdings 2"/>
              <a:buNone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rtl="0" eaLnBrk="1" latinLnBrk="0" hangingPunct="1">
              <a:spcBef>
                <a:spcPct val="20000"/>
              </a:spcBef>
              <a:buClr>
                <a:schemeClr val="accent6"/>
              </a:buClr>
              <a:buSzPct val="80000"/>
              <a:buFont typeface="Wingdings 2"/>
              <a:buNone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rtl="0" eaLnBrk="1" latinLnBrk="0" hangingPunct="1">
              <a:spcBef>
                <a:spcPct val="20000"/>
              </a:spcBef>
              <a:buClr>
                <a:schemeClr val="tx2"/>
              </a:buClr>
              <a:buNone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rtl="0" eaLnBrk="1" latinLnBrk="0" hangingPunct="1">
              <a:spcBef>
                <a:spcPct val="20000"/>
              </a:spcBef>
              <a:buClr>
                <a:schemeClr val="tx2"/>
              </a:buClr>
              <a:buFontTx/>
              <a:buNone/>
              <a:defRPr kumimoji="0"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ru-RU" sz="2200" dirty="0" smtClean="0">
                <a:latin typeface="+mj-lt"/>
                <a:cs typeface="Calibri Light" panose="020F0302020204030204" pitchFamily="34" charset="0"/>
              </a:rPr>
              <a:t>Выполнил: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ru-RU" sz="2200" dirty="0" smtClean="0">
                <a:latin typeface="+mj-lt"/>
                <a:cs typeface="Calibri Light" panose="020F0302020204030204" pitchFamily="34" charset="0"/>
              </a:rPr>
              <a:t>ученик 11 «А» класса ГБОУ школа № 1532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ru-RU" sz="2200" b="1" dirty="0" smtClean="0">
                <a:latin typeface="+mj-lt"/>
                <a:cs typeface="Calibri Light" panose="020F0302020204030204" pitchFamily="34" charset="0"/>
              </a:rPr>
              <a:t>Жильцов Иван Дмитриевич</a:t>
            </a:r>
          </a:p>
        </p:txBody>
      </p:sp>
    </p:spTree>
    <p:extLst>
      <p:ext uri="{BB962C8B-B14F-4D97-AF65-F5344CB8AC3E}">
        <p14:creationId xmlns:p14="http://schemas.microsoft.com/office/powerpoint/2010/main" val="25616817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ferris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3392" y="614651"/>
            <a:ext cx="8229600" cy="654109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/>
        </p:spPr>
        <p:txBody>
          <a:bodyPr>
            <a:noAutofit/>
          </a:bodyPr>
          <a:lstStyle/>
          <a:p>
            <a:r>
              <a:rPr lang="ru-RU" sz="4000" dirty="0"/>
              <a:t>Введение</a:t>
            </a:r>
          </a:p>
        </p:txBody>
      </p:sp>
      <p:sp>
        <p:nvSpPr>
          <p:cNvPr id="6" name="Текст 5"/>
          <p:cNvSpPr>
            <a:spLocks noGrp="1"/>
          </p:cNvSpPr>
          <p:nvPr>
            <p:ph type="body" idx="1"/>
          </p:nvPr>
        </p:nvSpPr>
        <p:spPr>
          <a:xfrm>
            <a:off x="263352" y="1581131"/>
            <a:ext cx="7272808" cy="4285170"/>
          </a:xfrm>
        </p:spPr>
        <p:txBody>
          <a:bodyPr anchor="t" anchorCtr="0"/>
          <a:lstStyle/>
          <a:p>
            <a:pPr indent="450000" algn="just">
              <a:lnSpc>
                <a:spcPct val="125000"/>
              </a:lnSpc>
              <a:spcBef>
                <a:spcPts val="0"/>
              </a:spcBef>
            </a:pPr>
            <a:r>
              <a:rPr lang="ru-RU" sz="2200" b="0" dirty="0" smtClean="0">
                <a:solidFill>
                  <a:schemeClr val="tx1"/>
                </a:solidFill>
                <a:latin typeface="+mj-lt"/>
              </a:rPr>
              <a:t>В современном мире металлоискатели используют для поиска старинных кладов, инженерных коммуникаций, потерянных вещей, взрывоопасных предметов.</a:t>
            </a:r>
          </a:p>
          <a:p>
            <a:pPr indent="450000" algn="just">
              <a:lnSpc>
                <a:spcPct val="125000"/>
              </a:lnSpc>
              <a:spcBef>
                <a:spcPts val="0"/>
              </a:spcBef>
            </a:pPr>
            <a:r>
              <a:rPr lang="ru-RU" sz="2200" b="0" dirty="0" smtClean="0">
                <a:solidFill>
                  <a:schemeClr val="tx1"/>
                </a:solidFill>
                <a:latin typeface="+mj-lt"/>
              </a:rPr>
              <a:t>Большинство доступных детекторов – ручные. Автоматизированный робот-металлоискатель позволит увеличить производительность, а также снизить риски в случае поиска взрывоопасных предметов.</a:t>
            </a:r>
          </a:p>
          <a:p>
            <a:pPr indent="450000" algn="just">
              <a:lnSpc>
                <a:spcPct val="125000"/>
              </a:lnSpc>
              <a:spcBef>
                <a:spcPts val="0"/>
              </a:spcBef>
            </a:pPr>
            <a:r>
              <a:rPr lang="ru-RU" sz="2200" b="0" dirty="0" smtClean="0">
                <a:solidFill>
                  <a:schemeClr val="tx1"/>
                </a:solidFill>
                <a:latin typeface="+mj-lt"/>
              </a:rPr>
              <a:t>Автор хочет создать автономный 6-тиколесный робот-металлоискатель с </a:t>
            </a:r>
            <a:r>
              <a:rPr lang="en-US" sz="2200" b="0" dirty="0" smtClean="0">
                <a:solidFill>
                  <a:schemeClr val="tx1"/>
                </a:solidFill>
                <a:latin typeface="+mj-lt"/>
              </a:rPr>
              <a:t>GPS</a:t>
            </a:r>
            <a:r>
              <a:rPr lang="ru-RU" sz="2200" b="0" dirty="0" smtClean="0">
                <a:solidFill>
                  <a:schemeClr val="tx1"/>
                </a:solidFill>
                <a:latin typeface="+mj-lt"/>
              </a:rPr>
              <a:t>-модулем, управляемый с помощью приложения </a:t>
            </a:r>
            <a:r>
              <a:rPr lang="ru-RU" sz="2200" b="0" dirty="0">
                <a:solidFill>
                  <a:schemeClr val="tx1"/>
                </a:solidFill>
                <a:latin typeface="+mj-lt"/>
              </a:rPr>
              <a:t>через </a:t>
            </a:r>
            <a:r>
              <a:rPr lang="en-US" sz="2200" b="0" dirty="0" smtClean="0">
                <a:solidFill>
                  <a:schemeClr val="tx1"/>
                </a:solidFill>
                <a:latin typeface="+mj-lt"/>
              </a:rPr>
              <a:t>Bluetooth</a:t>
            </a:r>
            <a:r>
              <a:rPr lang="ru-RU" sz="2200" b="0" dirty="0" smtClean="0">
                <a:solidFill>
                  <a:schemeClr val="tx1"/>
                </a:solidFill>
                <a:latin typeface="+mj-lt"/>
              </a:rPr>
              <a:t>.</a:t>
            </a:r>
            <a:endParaRPr lang="en-US" sz="2200" b="0" dirty="0">
              <a:solidFill>
                <a:schemeClr val="tx1"/>
              </a:solidFill>
              <a:latin typeface="+mj-lt"/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84232" y="1752781"/>
            <a:ext cx="3528392" cy="3528392"/>
          </a:xfrm>
          <a:prstGeom prst="rect">
            <a:avLst/>
          </a:prstGeom>
          <a:ln w="38100">
            <a:solidFill>
              <a:schemeClr val="tx2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5" name="TextBox 4"/>
          <p:cNvSpPr txBox="1"/>
          <p:nvPr/>
        </p:nvSpPr>
        <p:spPr>
          <a:xfrm>
            <a:off x="7608168" y="5765194"/>
            <a:ext cx="43924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>
                <a:latin typeface="Arial Narrow" panose="020B0606020202030204" pitchFamily="34" charset="0"/>
                <a:cs typeface="Arial" panose="020B0604020202020204" pitchFamily="34" charset="0"/>
              </a:rPr>
              <a:t>Рис. 1. </a:t>
            </a:r>
            <a:r>
              <a:rPr lang="ru-RU" sz="2000" dirty="0" smtClean="0">
                <a:latin typeface="Arial Narrow" panose="020B0606020202030204" pitchFamily="34" charset="0"/>
                <a:cs typeface="Arial" panose="020B0604020202020204" pitchFamily="34" charset="0"/>
              </a:rPr>
              <a:t> Поиск ручным металлоискателем</a:t>
            </a:r>
            <a:endParaRPr lang="ru-RU" sz="2000" dirty="0">
              <a:latin typeface="Arial Narrow" panose="020B0606020202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47497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ferris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66700" y="283801"/>
            <a:ext cx="8229600" cy="654109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/>
        </p:spPr>
        <p:txBody>
          <a:bodyPr vert="horz" lIns="0" tIns="45720" rIns="0" bIns="0" anchor="b">
            <a:noAutofit/>
          </a:bodyPr>
          <a:lstStyle/>
          <a:p>
            <a:r>
              <a:rPr lang="ru-RU" sz="4000" dirty="0"/>
              <a:t>Цель</a:t>
            </a:r>
          </a:p>
        </p:txBody>
      </p:sp>
      <p:sp>
        <p:nvSpPr>
          <p:cNvPr id="6" name="Текст 5"/>
          <p:cNvSpPr>
            <a:spLocks noGrp="1"/>
          </p:cNvSpPr>
          <p:nvPr>
            <p:ph type="body" idx="1"/>
          </p:nvPr>
        </p:nvSpPr>
        <p:spPr>
          <a:xfrm>
            <a:off x="263352" y="1054443"/>
            <a:ext cx="6048672" cy="3471787"/>
          </a:xfrm>
        </p:spPr>
        <p:txBody>
          <a:bodyPr anchor="t" anchorCtr="0"/>
          <a:lstStyle/>
          <a:p>
            <a:pPr indent="450000" algn="just">
              <a:lnSpc>
                <a:spcPct val="125000"/>
              </a:lnSpc>
              <a:spcBef>
                <a:spcPts val="0"/>
              </a:spcBef>
            </a:pPr>
            <a:r>
              <a:rPr lang="ru-RU" sz="2200" b="0" dirty="0" smtClean="0">
                <a:solidFill>
                  <a:schemeClr val="tx1"/>
                </a:solidFill>
                <a:latin typeface="+mj-lt"/>
              </a:rPr>
              <a:t>Автор уже собрал робот-металлоискатель, управляемый с помощью дистанционного пульта, способный обнаружить металл.</a:t>
            </a:r>
          </a:p>
          <a:p>
            <a:pPr indent="450000" algn="just">
              <a:lnSpc>
                <a:spcPct val="125000"/>
              </a:lnSpc>
              <a:spcBef>
                <a:spcPts val="0"/>
              </a:spcBef>
            </a:pPr>
            <a:r>
              <a:rPr lang="ru-RU" sz="2200" b="0" dirty="0">
                <a:solidFill>
                  <a:schemeClr val="tx1"/>
                </a:solidFill>
                <a:latin typeface="+mj-lt"/>
              </a:rPr>
              <a:t>На данном этапе цель автора</a:t>
            </a:r>
            <a:r>
              <a:rPr lang="ru-RU" sz="2200" b="0" dirty="0" smtClean="0">
                <a:solidFill>
                  <a:schemeClr val="tx1"/>
                </a:solidFill>
                <a:latin typeface="+mj-lt"/>
              </a:rPr>
              <a:t>: разработать </a:t>
            </a:r>
            <a:r>
              <a:rPr lang="ru-RU" sz="2200" b="0" dirty="0">
                <a:solidFill>
                  <a:schemeClr val="tx1"/>
                </a:solidFill>
                <a:latin typeface="+mj-lt"/>
              </a:rPr>
              <a:t>приложение для </a:t>
            </a:r>
            <a:r>
              <a:rPr lang="ru-RU" sz="2200" b="0" dirty="0" smtClean="0">
                <a:solidFill>
                  <a:schemeClr val="tx1"/>
                </a:solidFill>
                <a:latin typeface="+mj-lt"/>
              </a:rPr>
              <a:t>указания </a:t>
            </a:r>
            <a:r>
              <a:rPr lang="ru-RU" sz="2200" b="0" dirty="0">
                <a:solidFill>
                  <a:schemeClr val="tx1"/>
                </a:solidFill>
                <a:latin typeface="+mj-lt"/>
              </a:rPr>
              <a:t>роботу области поиска на </a:t>
            </a:r>
            <a:r>
              <a:rPr lang="ru-RU" sz="2200" b="0" dirty="0" smtClean="0">
                <a:solidFill>
                  <a:schemeClr val="tx1"/>
                </a:solidFill>
                <a:latin typeface="+mj-lt"/>
              </a:rPr>
              <a:t>карте в автоматическом режиме и </a:t>
            </a:r>
            <a:r>
              <a:rPr lang="ru-RU" sz="2200" b="0" dirty="0">
                <a:solidFill>
                  <a:schemeClr val="tx1"/>
                </a:solidFill>
                <a:latin typeface="+mj-lt"/>
              </a:rPr>
              <a:t>получения от робота координат, в которых он обнаружил металл.</a:t>
            </a:r>
          </a:p>
          <a:p>
            <a:pPr indent="450000" algn="just">
              <a:lnSpc>
                <a:spcPct val="125000"/>
              </a:lnSpc>
              <a:spcBef>
                <a:spcPts val="0"/>
              </a:spcBef>
            </a:pPr>
            <a:endParaRPr lang="en-US" sz="2200" b="0" dirty="0">
              <a:solidFill>
                <a:schemeClr val="tx1"/>
              </a:solidFill>
              <a:latin typeface="+mj-lt"/>
            </a:endParaRPr>
          </a:p>
        </p:txBody>
      </p:sp>
      <p:graphicFrame>
        <p:nvGraphicFramePr>
          <p:cNvPr id="8" name="Объект 14"/>
          <p:cNvGraphicFramePr>
            <a:graphicFrameLocks noGrp="1"/>
          </p:cNvGraphicFramePr>
          <p:nvPr>
            <p:ph sz="quarter" idx="2"/>
            <p:extLst>
              <p:ext uri="{D42A27DB-BD31-4B8C-83A1-F6EECF244321}">
                <p14:modId xmlns:p14="http://schemas.microsoft.com/office/powerpoint/2010/main" val="1677463945"/>
              </p:ext>
            </p:extLst>
          </p:nvPr>
        </p:nvGraphicFramePr>
        <p:xfrm>
          <a:off x="263352" y="5135780"/>
          <a:ext cx="11737304" cy="150652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9" name="Объект 5"/>
          <p:cNvPicPr>
            <a:picLocks noGrp="1" noChangeAspect="1"/>
          </p:cNvPicPr>
          <p:nvPr>
            <p:ph sz="quarter" idx="4"/>
          </p:nvPr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bright="1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114" t="12836" r="2920" b="-202"/>
          <a:stretch/>
        </p:blipFill>
        <p:spPr>
          <a:xfrm>
            <a:off x="6744072" y="1054443"/>
            <a:ext cx="5161880" cy="3564694"/>
          </a:xfrm>
          <a:prstGeom prst="rect">
            <a:avLst/>
          </a:prstGeom>
          <a:ln w="38100">
            <a:solidFill>
              <a:schemeClr val="tx2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5" name="TextBox 4"/>
          <p:cNvSpPr txBox="1"/>
          <p:nvPr/>
        </p:nvSpPr>
        <p:spPr>
          <a:xfrm>
            <a:off x="6600056" y="4735670"/>
            <a:ext cx="43924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>
                <a:latin typeface="Arial Narrow" panose="020B0606020202030204" pitchFamily="34" charset="0"/>
                <a:cs typeface="Arial" panose="020B0604020202020204" pitchFamily="34" charset="0"/>
              </a:rPr>
              <a:t>Рис. </a:t>
            </a:r>
            <a:r>
              <a:rPr lang="ru-RU" sz="2000" dirty="0" smtClean="0">
                <a:latin typeface="Arial Narrow" panose="020B0606020202030204" pitchFamily="34" charset="0"/>
                <a:cs typeface="Arial" panose="020B0604020202020204" pitchFamily="34" charset="0"/>
              </a:rPr>
              <a:t>2.  Робот-металлоискатель</a:t>
            </a:r>
            <a:endParaRPr lang="ru-RU" sz="2000" dirty="0">
              <a:latin typeface="Arial Narrow" panose="020B0606020202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694610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2000">
        <p14:ferris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Схема 1"/>
          <p:cNvGraphicFramePr/>
          <p:nvPr>
            <p:extLst>
              <p:ext uri="{D42A27DB-BD31-4B8C-83A1-F6EECF244321}">
                <p14:modId xmlns:p14="http://schemas.microsoft.com/office/powerpoint/2010/main" val="3695713292"/>
              </p:ext>
            </p:extLst>
          </p:nvPr>
        </p:nvGraphicFramePr>
        <p:xfrm>
          <a:off x="257497" y="881336"/>
          <a:ext cx="11521280" cy="59766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Заголовок 4"/>
          <p:cNvSpPr>
            <a:spLocks noGrp="1"/>
          </p:cNvSpPr>
          <p:nvPr>
            <p:ph type="title"/>
          </p:nvPr>
        </p:nvSpPr>
        <p:spPr>
          <a:xfrm>
            <a:off x="704377" y="-171400"/>
            <a:ext cx="11074400" cy="114300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/>
        </p:spPr>
        <p:txBody>
          <a:bodyPr vert="horz" lIns="0" tIns="45720" rIns="0" bIns="0" anchor="b">
            <a:noAutofit/>
          </a:bodyPr>
          <a:lstStyle/>
          <a:p>
            <a:r>
              <a:rPr lang="ru-RU" sz="4000" dirty="0"/>
              <a:t>Задачи и используемые технологии</a:t>
            </a:r>
          </a:p>
        </p:txBody>
      </p:sp>
    </p:spTree>
    <p:extLst>
      <p:ext uri="{BB962C8B-B14F-4D97-AF65-F5344CB8AC3E}">
        <p14:creationId xmlns:p14="http://schemas.microsoft.com/office/powerpoint/2010/main" val="1509151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ferris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421680" y="332656"/>
            <a:ext cx="11060608" cy="794352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/>
        </p:spPr>
        <p:txBody>
          <a:bodyPr vert="horz" lIns="0" tIns="45720" rIns="0" bIns="0" anchor="b">
            <a:noAutofit/>
          </a:bodyPr>
          <a:lstStyle/>
          <a:p>
            <a:r>
              <a:rPr lang="ru-RU" sz="4000" dirty="0"/>
              <a:t>Функционал приложения</a:t>
            </a:r>
          </a:p>
        </p:txBody>
      </p:sp>
      <p:graphicFrame>
        <p:nvGraphicFramePr>
          <p:cNvPr id="5" name="Объект 2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29081725"/>
              </p:ext>
            </p:extLst>
          </p:nvPr>
        </p:nvGraphicFramePr>
        <p:xfrm>
          <a:off x="839416" y="1196752"/>
          <a:ext cx="10225136" cy="554461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0155387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ferris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Схема 1"/>
          <p:cNvGraphicFramePr/>
          <p:nvPr>
            <p:extLst>
              <p:ext uri="{D42A27DB-BD31-4B8C-83A1-F6EECF244321}">
                <p14:modId xmlns:p14="http://schemas.microsoft.com/office/powerpoint/2010/main" val="3356545731"/>
              </p:ext>
            </p:extLst>
          </p:nvPr>
        </p:nvGraphicFramePr>
        <p:xfrm>
          <a:off x="119336" y="1175453"/>
          <a:ext cx="6912768" cy="426977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Заголовок 4"/>
          <p:cNvSpPr>
            <a:spLocks noGrp="1"/>
          </p:cNvSpPr>
          <p:nvPr>
            <p:ph type="title"/>
          </p:nvPr>
        </p:nvSpPr>
        <p:spPr>
          <a:xfrm>
            <a:off x="731584" y="602184"/>
            <a:ext cx="11074400" cy="306536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/>
        </p:spPr>
        <p:txBody>
          <a:bodyPr vert="horz" lIns="0" tIns="45720" rIns="0" bIns="0" anchor="b">
            <a:noAutofit/>
          </a:bodyPr>
          <a:lstStyle/>
          <a:p>
            <a:r>
              <a:rPr lang="ru-RU" sz="4000" dirty="0"/>
              <a:t>Интерфейс приложения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47" r="1410" b="4758"/>
          <a:stretch/>
        </p:blipFill>
        <p:spPr>
          <a:xfrm>
            <a:off x="6584376" y="1513501"/>
            <a:ext cx="5221608" cy="3816424"/>
          </a:xfrm>
          <a:prstGeom prst="rect">
            <a:avLst/>
          </a:prstGeom>
          <a:ln w="38100">
            <a:solidFill>
              <a:schemeClr val="tx2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9" name="TextBox 8"/>
          <p:cNvSpPr txBox="1"/>
          <p:nvPr/>
        </p:nvSpPr>
        <p:spPr>
          <a:xfrm>
            <a:off x="7049592" y="5966683"/>
            <a:ext cx="43924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>
                <a:latin typeface="Arial Narrow" panose="020B0606020202030204" pitchFamily="34" charset="0"/>
                <a:cs typeface="Arial" panose="020B0604020202020204" pitchFamily="34" charset="0"/>
              </a:rPr>
              <a:t>Рис. 3</a:t>
            </a:r>
            <a:r>
              <a:rPr lang="ru-RU" sz="2000" dirty="0" smtClean="0">
                <a:latin typeface="Arial Narrow" panose="020B0606020202030204" pitchFamily="34" charset="0"/>
                <a:cs typeface="Arial" panose="020B0604020202020204" pitchFamily="34" charset="0"/>
              </a:rPr>
              <a:t>.  Вкладка «карта»</a:t>
            </a:r>
            <a:endParaRPr lang="ru-RU" sz="2000" dirty="0">
              <a:latin typeface="Arial Narrow" panose="020B0606020202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677818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2000">
        <p14:ferris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Схема 1"/>
          <p:cNvGraphicFramePr/>
          <p:nvPr>
            <p:extLst>
              <p:ext uri="{D42A27DB-BD31-4B8C-83A1-F6EECF244321}">
                <p14:modId xmlns:p14="http://schemas.microsoft.com/office/powerpoint/2010/main" val="3477532880"/>
              </p:ext>
            </p:extLst>
          </p:nvPr>
        </p:nvGraphicFramePr>
        <p:xfrm>
          <a:off x="263352" y="908720"/>
          <a:ext cx="5884061" cy="18001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Заголовок 4"/>
          <p:cNvSpPr>
            <a:spLocks noGrp="1"/>
          </p:cNvSpPr>
          <p:nvPr>
            <p:ph type="title"/>
          </p:nvPr>
        </p:nvSpPr>
        <p:spPr>
          <a:xfrm>
            <a:off x="335360" y="558686"/>
            <a:ext cx="11074400" cy="306536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/>
        </p:spPr>
        <p:txBody>
          <a:bodyPr vert="horz" lIns="0" tIns="45720" rIns="0" bIns="0" anchor="b">
            <a:noAutofit/>
          </a:bodyPr>
          <a:lstStyle/>
          <a:p>
            <a:r>
              <a:rPr lang="ru-RU" sz="4000" dirty="0"/>
              <a:t>Интерфейс приложения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010" r="50201" b="12884"/>
          <a:stretch/>
        </p:blipFill>
        <p:spPr>
          <a:xfrm>
            <a:off x="6661507" y="548680"/>
            <a:ext cx="2981510" cy="3168352"/>
          </a:xfrm>
          <a:prstGeom prst="rect">
            <a:avLst/>
          </a:prstGeom>
          <a:ln w="38100">
            <a:solidFill>
              <a:schemeClr val="tx2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6" name="Рисунок 5"/>
          <p:cNvPicPr>
            <a:picLocks noChangeAspect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t="13094" r="39289" b="12581"/>
          <a:stretch/>
        </p:blipFill>
        <p:spPr>
          <a:xfrm>
            <a:off x="8472263" y="3893497"/>
            <a:ext cx="3457069" cy="2764933"/>
          </a:xfrm>
          <a:prstGeom prst="rect">
            <a:avLst/>
          </a:prstGeom>
          <a:ln w="38100">
            <a:solidFill>
              <a:schemeClr val="tx2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graphicFrame>
        <p:nvGraphicFramePr>
          <p:cNvPr id="10" name="Схема 9"/>
          <p:cNvGraphicFramePr/>
          <p:nvPr>
            <p:extLst>
              <p:ext uri="{D42A27DB-BD31-4B8C-83A1-F6EECF244321}">
                <p14:modId xmlns:p14="http://schemas.microsoft.com/office/powerpoint/2010/main" val="1919096363"/>
              </p:ext>
            </p:extLst>
          </p:nvPr>
        </p:nvGraphicFramePr>
        <p:xfrm>
          <a:off x="119336" y="2787018"/>
          <a:ext cx="6542171" cy="352839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9" r:lo="rId10" r:qs="rId11" r:cs="rId12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9840416" y="2354976"/>
            <a:ext cx="299908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>
                <a:latin typeface="Arial Narrow" panose="020B0606020202030204" pitchFamily="34" charset="0"/>
                <a:cs typeface="Arial" panose="020B0604020202020204" pitchFamily="34" charset="0"/>
              </a:rPr>
              <a:t>Рис. </a:t>
            </a:r>
            <a:r>
              <a:rPr lang="ru-RU" sz="2000" dirty="0" smtClean="0">
                <a:latin typeface="Arial Narrow" panose="020B0606020202030204" pitchFamily="34" charset="0"/>
                <a:cs typeface="Arial" panose="020B0604020202020204" pitchFamily="34" charset="0"/>
              </a:rPr>
              <a:t>4.  Вкладка </a:t>
            </a:r>
          </a:p>
          <a:p>
            <a:r>
              <a:rPr lang="ru-RU" sz="2000" dirty="0" smtClean="0">
                <a:latin typeface="Arial Narrow" panose="020B0606020202030204" pitchFamily="34" charset="0"/>
                <a:cs typeface="Arial" panose="020B0604020202020204" pitchFamily="34" charset="0"/>
              </a:rPr>
              <a:t>«Робот»</a:t>
            </a:r>
            <a:endParaRPr lang="ru-RU" sz="2000" dirty="0">
              <a:latin typeface="Arial Narrow" panose="020B060602020203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015880" y="6291821"/>
            <a:ext cx="356728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>
                <a:latin typeface="Arial Narrow" panose="020B0606020202030204" pitchFamily="34" charset="0"/>
                <a:cs typeface="Arial" panose="020B0604020202020204" pitchFamily="34" charset="0"/>
              </a:rPr>
              <a:t>Рис. 5</a:t>
            </a:r>
            <a:r>
              <a:rPr lang="ru-RU" sz="2000" dirty="0" smtClean="0">
                <a:latin typeface="Arial Narrow" panose="020B0606020202030204" pitchFamily="34" charset="0"/>
                <a:cs typeface="Arial" panose="020B0604020202020204" pitchFamily="34" charset="0"/>
              </a:rPr>
              <a:t>.  Окно работы с роботом</a:t>
            </a:r>
            <a:endParaRPr lang="ru-RU" sz="2000" dirty="0">
              <a:latin typeface="Arial Narrow" panose="020B0606020202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346040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2000">
        <p14:ferris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Схема 1"/>
          <p:cNvGraphicFramePr/>
          <p:nvPr>
            <p:extLst>
              <p:ext uri="{D42A27DB-BD31-4B8C-83A1-F6EECF244321}">
                <p14:modId xmlns:p14="http://schemas.microsoft.com/office/powerpoint/2010/main" val="86348261"/>
              </p:ext>
            </p:extLst>
          </p:nvPr>
        </p:nvGraphicFramePr>
        <p:xfrm>
          <a:off x="191344" y="764704"/>
          <a:ext cx="11521280" cy="316835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Заголовок 4"/>
          <p:cNvSpPr>
            <a:spLocks noGrp="1"/>
          </p:cNvSpPr>
          <p:nvPr>
            <p:ph type="title"/>
          </p:nvPr>
        </p:nvSpPr>
        <p:spPr>
          <a:xfrm>
            <a:off x="638224" y="-171400"/>
            <a:ext cx="11074400" cy="114300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/>
        </p:spPr>
        <p:txBody>
          <a:bodyPr vert="horz" lIns="0" tIns="45720" rIns="0" bIns="0" anchor="b">
            <a:noAutofit/>
          </a:bodyPr>
          <a:lstStyle/>
          <a:p>
            <a:r>
              <a:rPr lang="ru-RU" sz="4000" dirty="0"/>
              <a:t>Интерфейс приложения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38" r="559" b="6414"/>
          <a:stretch/>
        </p:blipFill>
        <p:spPr>
          <a:xfrm>
            <a:off x="3287688" y="3896210"/>
            <a:ext cx="4104456" cy="2664296"/>
          </a:xfrm>
          <a:prstGeom prst="rect">
            <a:avLst/>
          </a:prstGeom>
          <a:ln w="38100">
            <a:solidFill>
              <a:schemeClr val="tx2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6" name="TextBox 5"/>
          <p:cNvSpPr txBox="1"/>
          <p:nvPr/>
        </p:nvSpPr>
        <p:spPr>
          <a:xfrm>
            <a:off x="7805868" y="6160396"/>
            <a:ext cx="39787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>
                <a:latin typeface="Arial Narrow" panose="020B0606020202030204" pitchFamily="34" charset="0"/>
                <a:cs typeface="Arial" panose="020B0604020202020204" pitchFamily="34" charset="0"/>
              </a:rPr>
              <a:t>Рис. </a:t>
            </a:r>
            <a:r>
              <a:rPr lang="ru-RU" sz="2000" dirty="0" smtClean="0">
                <a:latin typeface="Arial Narrow" panose="020B0606020202030204" pitchFamily="34" charset="0"/>
                <a:cs typeface="Arial" panose="020B0604020202020204" pitchFamily="34" charset="0"/>
              </a:rPr>
              <a:t>6.  Окно «Загрузить карту»</a:t>
            </a:r>
            <a:endParaRPr lang="ru-RU" sz="2000" dirty="0">
              <a:latin typeface="Arial Narrow" panose="020B0606020202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586848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ferris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09600" y="404664"/>
            <a:ext cx="10972800" cy="78296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/>
        </p:spPr>
        <p:txBody>
          <a:bodyPr vert="horz" lIns="0" tIns="45720" rIns="0" bIns="0" anchor="b">
            <a:noAutofit/>
          </a:bodyPr>
          <a:lstStyle/>
          <a:p>
            <a:r>
              <a:rPr lang="ru-RU" sz="4000" dirty="0"/>
              <a:t>Файловая структура приложения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83832" y="5562605"/>
            <a:ext cx="39787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>
                <a:latin typeface="Arial Narrow" panose="020B0606020202030204" pitchFamily="34" charset="0"/>
                <a:cs typeface="Arial" panose="020B0604020202020204" pitchFamily="34" charset="0"/>
              </a:rPr>
              <a:t>Рис. </a:t>
            </a:r>
            <a:r>
              <a:rPr lang="ru-RU" sz="2000" dirty="0" smtClean="0">
                <a:latin typeface="Arial Narrow" panose="020B0606020202030204" pitchFamily="34" charset="0"/>
                <a:cs typeface="Arial" panose="020B0604020202020204" pitchFamily="34" charset="0"/>
              </a:rPr>
              <a:t>7.  Файловая структура</a:t>
            </a:r>
            <a:endParaRPr lang="ru-RU" sz="2000" dirty="0">
              <a:latin typeface="Arial Narrow" panose="020B060602020203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Объект 7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95400" y="1621859"/>
            <a:ext cx="3362478" cy="4340856"/>
          </a:xfrm>
          <a:prstGeom prst="rect">
            <a:avLst/>
          </a:prstGeom>
          <a:ln w="38100">
            <a:solidFill>
              <a:schemeClr val="tx2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8775511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ferris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>
          <a:xfrm>
            <a:off x="551384" y="548680"/>
            <a:ext cx="10972800" cy="648072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/>
        </p:spPr>
        <p:txBody>
          <a:bodyPr vert="horz" lIns="0" tIns="45720" rIns="0" bIns="0" anchor="b">
            <a:noAutofit/>
          </a:bodyPr>
          <a:lstStyle/>
          <a:p>
            <a:r>
              <a:rPr lang="ru-RU" sz="4000" dirty="0" smtClean="0"/>
              <a:t>Реализация карты</a:t>
            </a:r>
            <a:endParaRPr lang="ru-RU" sz="4000" dirty="0"/>
          </a:p>
        </p:txBody>
      </p:sp>
      <p:sp>
        <p:nvSpPr>
          <p:cNvPr id="4" name="Объект 3"/>
          <p:cNvSpPr>
            <a:spLocks noGrp="1"/>
          </p:cNvSpPr>
          <p:nvPr>
            <p:ph idx="1"/>
          </p:nvPr>
        </p:nvSpPr>
        <p:spPr>
          <a:xfrm>
            <a:off x="407368" y="1772816"/>
            <a:ext cx="11377264" cy="4389120"/>
          </a:xfrm>
        </p:spPr>
        <p:txBody>
          <a:bodyPr>
            <a:normAutofit/>
          </a:bodyPr>
          <a:lstStyle/>
          <a:p>
            <a:pPr algn="just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US" dirty="0" err="1" smtClean="0"/>
              <a:t>QWeb</a:t>
            </a:r>
            <a:r>
              <a:rPr lang="en-US" dirty="0" err="1" smtClean="0"/>
              <a:t>Engine</a:t>
            </a:r>
            <a:r>
              <a:rPr lang="en-US" dirty="0" err="1" smtClean="0"/>
              <a:t>View</a:t>
            </a:r>
            <a:r>
              <a:rPr lang="en-US" dirty="0" smtClean="0"/>
              <a:t> – </a:t>
            </a:r>
            <a:r>
              <a:rPr lang="ru-RU" dirty="0" smtClean="0"/>
              <a:t>запускает браузер с установленным </a:t>
            </a:r>
            <a:r>
              <a:rPr lang="en-US" dirty="0" smtClean="0"/>
              <a:t>HTML</a:t>
            </a:r>
          </a:p>
          <a:p>
            <a:pPr algn="just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US" dirty="0" smtClean="0"/>
              <a:t>HTML </a:t>
            </a:r>
            <a:r>
              <a:rPr lang="ru-RU" dirty="0" smtClean="0"/>
              <a:t>загружает </a:t>
            </a:r>
            <a:r>
              <a:rPr lang="en-US" dirty="0" smtClean="0"/>
              <a:t>API </a:t>
            </a:r>
            <a:r>
              <a:rPr lang="ru-RU" dirty="0" smtClean="0"/>
              <a:t>Яндекс Карт для дальнейшего использования в </a:t>
            </a:r>
            <a:r>
              <a:rPr lang="en-US" dirty="0" smtClean="0"/>
              <a:t>JavaScript</a:t>
            </a:r>
            <a:endParaRPr lang="ru-RU" dirty="0" smtClean="0"/>
          </a:p>
          <a:p>
            <a:pPr algn="just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US" dirty="0" err="1" smtClean="0"/>
              <a:t>QWebEngineChannal</a:t>
            </a:r>
            <a:r>
              <a:rPr lang="en-US" dirty="0" smtClean="0"/>
              <a:t> – </a:t>
            </a:r>
            <a:r>
              <a:rPr lang="ru-RU" dirty="0" smtClean="0"/>
              <a:t>устанавливает связь между сервером </a:t>
            </a:r>
            <a:r>
              <a:rPr lang="en-US" dirty="0" smtClean="0"/>
              <a:t>Python </a:t>
            </a:r>
            <a:r>
              <a:rPr lang="ru-RU" dirty="0" smtClean="0"/>
              <a:t>и клиентом </a:t>
            </a:r>
            <a:r>
              <a:rPr lang="en-US" dirty="0"/>
              <a:t> </a:t>
            </a:r>
            <a:r>
              <a:rPr lang="en-US" dirty="0" smtClean="0"/>
              <a:t>JavaScript</a:t>
            </a:r>
          </a:p>
          <a:p>
            <a:pPr algn="just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ru-RU" dirty="0" smtClean="0"/>
              <a:t>Класс </a:t>
            </a:r>
            <a:r>
              <a:rPr lang="en-US" dirty="0" smtClean="0"/>
              <a:t>Map </a:t>
            </a:r>
            <a:r>
              <a:rPr lang="ru-RU" dirty="0" smtClean="0"/>
              <a:t>на сервере дублирует координаты объектов для их сохранения и передачи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4039331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ferris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42573" y="332656"/>
            <a:ext cx="10972800" cy="78296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/>
        </p:spPr>
        <p:txBody>
          <a:bodyPr vert="horz" lIns="0" tIns="45720" rIns="0" bIns="0" anchor="b">
            <a:noAutofit/>
          </a:bodyPr>
          <a:lstStyle/>
          <a:p>
            <a:r>
              <a:rPr lang="ru-RU" sz="4000" dirty="0"/>
              <a:t>Заключение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91344" y="1412776"/>
            <a:ext cx="11809312" cy="5328592"/>
          </a:xfrm>
        </p:spPr>
        <p:txBody>
          <a:bodyPr vert="horz" lIns="45720" tIns="0" rIns="45720" bIns="0" anchor="t" anchorCtr="0">
            <a:noAutofit/>
          </a:bodyPr>
          <a:lstStyle/>
          <a:p>
            <a:pPr marL="0" indent="450000" algn="just">
              <a:lnSpc>
                <a:spcPct val="12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ru-RU" sz="2200" b="1" dirty="0" smtClean="0">
                <a:latin typeface="+mj-lt"/>
              </a:rPr>
              <a:t>Итог:</a:t>
            </a:r>
            <a:r>
              <a:rPr lang="ru-RU" sz="2200" dirty="0">
                <a:latin typeface="+mj-lt"/>
              </a:rPr>
              <a:t> </a:t>
            </a:r>
            <a:r>
              <a:rPr lang="ru-RU" sz="2200" dirty="0" smtClean="0">
                <a:latin typeface="+mj-lt"/>
              </a:rPr>
              <a:t>было </a:t>
            </a:r>
            <a:r>
              <a:rPr lang="ru-RU" sz="2200" dirty="0" smtClean="0">
                <a:latin typeface="+mj-lt"/>
              </a:rPr>
              <a:t>разработано приложение, позволяющее пользователю на карте указывать роботу-металлоискателю область для поиска в автоматическом режиме, а также просматривать на карте полученные </a:t>
            </a:r>
            <a:r>
              <a:rPr lang="ru-RU" sz="2200" dirty="0">
                <a:latin typeface="+mj-lt"/>
              </a:rPr>
              <a:t>от робота</a:t>
            </a:r>
            <a:r>
              <a:rPr lang="ru-RU" sz="2200" dirty="0" smtClean="0">
                <a:latin typeface="+mj-lt"/>
              </a:rPr>
              <a:t> координаты точек, в которых был обнаружен металл. </a:t>
            </a:r>
          </a:p>
          <a:p>
            <a:pPr marL="0" indent="450000" algn="just">
              <a:lnSpc>
                <a:spcPct val="125000"/>
              </a:lnSpc>
              <a:spcBef>
                <a:spcPts val="0"/>
              </a:spcBef>
              <a:buNone/>
            </a:pPr>
            <a:r>
              <a:rPr lang="ru-RU" sz="2200" b="1" dirty="0" smtClean="0">
                <a:latin typeface="+mj-lt"/>
              </a:rPr>
              <a:t>Дальнейшее развитие приложения и в целом проекта: </a:t>
            </a:r>
            <a:r>
              <a:rPr lang="ru-RU" sz="2200" dirty="0">
                <a:latin typeface="+mj-lt"/>
              </a:rPr>
              <a:t>	</a:t>
            </a:r>
            <a:endParaRPr lang="ru-RU" sz="2200" dirty="0" smtClean="0">
              <a:latin typeface="+mj-lt"/>
            </a:endParaRPr>
          </a:p>
          <a:p>
            <a:pPr marL="0" indent="355600" algn="just">
              <a:lnSpc>
                <a:spcPct val="125000"/>
              </a:lnSpc>
              <a:spcBef>
                <a:spcPts val="0"/>
              </a:spcBef>
            </a:pPr>
            <a:r>
              <a:rPr lang="ru-RU" sz="2200" dirty="0" smtClean="0">
                <a:latin typeface="+mj-lt"/>
              </a:rPr>
              <a:t>Добавить приложению возможность задавать поиск по нескольким областям;</a:t>
            </a:r>
          </a:p>
          <a:p>
            <a:pPr marL="0" indent="355600" algn="just">
              <a:lnSpc>
                <a:spcPct val="125000"/>
              </a:lnSpc>
              <a:spcBef>
                <a:spcPts val="0"/>
              </a:spcBef>
            </a:pPr>
            <a:r>
              <a:rPr lang="ru-RU" sz="2200" dirty="0">
                <a:latin typeface="+mj-lt"/>
              </a:rPr>
              <a:t>Добавить приложению функцию </a:t>
            </a:r>
            <a:r>
              <a:rPr lang="ru-RU" sz="2200" dirty="0" smtClean="0">
                <a:latin typeface="+mj-lt"/>
              </a:rPr>
              <a:t>отслеживания местоположения </a:t>
            </a:r>
            <a:r>
              <a:rPr lang="ru-RU" sz="2200" dirty="0">
                <a:latin typeface="+mj-lt"/>
              </a:rPr>
              <a:t>робота в режиме реального времени; </a:t>
            </a:r>
          </a:p>
          <a:p>
            <a:pPr marL="0" indent="355600" algn="just">
              <a:lnSpc>
                <a:spcPct val="125000"/>
              </a:lnSpc>
              <a:spcBef>
                <a:spcPts val="0"/>
              </a:spcBef>
            </a:pPr>
            <a:r>
              <a:rPr lang="ru-RU" sz="2200" dirty="0" smtClean="0">
                <a:latin typeface="+mj-lt"/>
              </a:rPr>
              <a:t>Подключить к роботу </a:t>
            </a:r>
            <a:r>
              <a:rPr lang="ru-RU" sz="2200" dirty="0">
                <a:latin typeface="+mj-lt"/>
              </a:rPr>
              <a:t>плату </a:t>
            </a:r>
            <a:r>
              <a:rPr lang="en-US" sz="2200" dirty="0">
                <a:latin typeface="+mj-lt"/>
              </a:rPr>
              <a:t>Arduino</a:t>
            </a:r>
            <a:r>
              <a:rPr lang="ru-RU" sz="2200" dirty="0">
                <a:latin typeface="+mj-lt"/>
              </a:rPr>
              <a:t> и </a:t>
            </a:r>
            <a:r>
              <a:rPr lang="en-US" sz="2200" dirty="0">
                <a:latin typeface="+mj-lt"/>
              </a:rPr>
              <a:t>Bluetooth-</a:t>
            </a:r>
            <a:r>
              <a:rPr lang="ru-RU" sz="2200" dirty="0">
                <a:latin typeface="+mj-lt"/>
              </a:rPr>
              <a:t>модуль, для загрузки указаний от приложения;</a:t>
            </a:r>
          </a:p>
          <a:p>
            <a:pPr marL="0" indent="355600" algn="just">
              <a:lnSpc>
                <a:spcPct val="125000"/>
              </a:lnSpc>
              <a:spcBef>
                <a:spcPts val="0"/>
              </a:spcBef>
            </a:pPr>
            <a:r>
              <a:rPr lang="ru-RU" sz="2200" dirty="0">
                <a:latin typeface="+mj-lt"/>
              </a:rPr>
              <a:t>Подключить к роботу </a:t>
            </a:r>
            <a:r>
              <a:rPr lang="ru-RU" sz="2200" dirty="0" smtClean="0">
                <a:solidFill>
                  <a:prstClr val="black"/>
                </a:solidFill>
                <a:latin typeface="+mj-lt"/>
              </a:rPr>
              <a:t>GPS-модуль</a:t>
            </a:r>
            <a:r>
              <a:rPr lang="ru-RU" sz="2200" dirty="0" smtClean="0">
                <a:solidFill>
                  <a:prstClr val="black"/>
                </a:solidFill>
                <a:latin typeface="+mj-lt"/>
              </a:rPr>
              <a:t>, прописать алгоритм поиска в указанной области, </a:t>
            </a:r>
            <a:r>
              <a:rPr lang="ru-RU" sz="2200" dirty="0" smtClean="0">
                <a:latin typeface="+mj-lt"/>
              </a:rPr>
              <a:t>сделав </a:t>
            </a:r>
            <a:r>
              <a:rPr lang="ru-RU" sz="2200" dirty="0" smtClean="0">
                <a:latin typeface="+mj-lt"/>
              </a:rPr>
              <a:t>робота </a:t>
            </a:r>
            <a:r>
              <a:rPr lang="ru-RU" sz="2200" dirty="0">
                <a:latin typeface="+mj-lt"/>
              </a:rPr>
              <a:t>полностью </a:t>
            </a:r>
            <a:r>
              <a:rPr lang="ru-RU" sz="2200" dirty="0" smtClean="0">
                <a:latin typeface="+mj-lt"/>
              </a:rPr>
              <a:t>автономным.</a:t>
            </a:r>
            <a:endParaRPr lang="ru-RU" sz="22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6062857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ferris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Заголовок 2"/>
          <p:cNvSpPr txBox="1">
            <a:spLocks noGrp="1"/>
          </p:cNvSpPr>
          <p:nvPr>
            <p:ph idx="1"/>
          </p:nvPr>
        </p:nvSpPr>
        <p:spPr>
          <a:xfrm>
            <a:off x="623392" y="2420888"/>
            <a:ext cx="10972800" cy="1383432"/>
          </a:xfrm>
          <a:prstGeom prst="rect">
            <a:avLst/>
          </a:prstGeom>
          <a:ln>
            <a:noFill/>
          </a:ln>
          <a:effectLst>
            <a:reflection blurRad="6350" stA="50000" endA="300" endPos="90000" dist="50800" dir="5400000" sy="-100000" algn="bl" rotWithShape="0"/>
          </a:effectLst>
        </p:spPr>
        <p:txBody>
          <a:bodyPr vert="horz" lIns="0" tIns="0" rIns="18288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5400" b="1" dirty="0" smtClean="0">
                <a:solidFill>
                  <a:schemeClr val="accent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+mj-ea"/>
                <a:cs typeface="+mj-cs"/>
              </a:rPr>
              <a:t>Спасибо за внимание!</a:t>
            </a:r>
            <a:endParaRPr kumimoji="0" lang="ru-RU" sz="5400" b="1" i="0" u="none" strike="noStrike" kern="1200" cap="none" spc="0" normalizeH="0" baseline="0" noProof="0" dirty="0">
              <a:ln>
                <a:noFill/>
              </a:ln>
              <a:solidFill>
                <a:schemeClr val="accent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9083441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ferris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Поток">
  <a:themeElements>
    <a:clrScheme name="Другая 3">
      <a:dk1>
        <a:sysClr val="windowText" lastClr="000000"/>
      </a:dk1>
      <a:lt1>
        <a:sysClr val="window" lastClr="FFFFFF"/>
      </a:lt1>
      <a:dk2>
        <a:srgbClr val="275333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Поток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Поток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3102</TotalTime>
  <Words>576</Words>
  <Application>Microsoft Office PowerPoint</Application>
  <PresentationFormat>Широкоэкранный</PresentationFormat>
  <Paragraphs>85</Paragraphs>
  <Slides>12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9" baseType="lpstr">
      <vt:lpstr>Arial</vt:lpstr>
      <vt:lpstr>Arial Narrow</vt:lpstr>
      <vt:lpstr>Calibri</vt:lpstr>
      <vt:lpstr>Calibri Light</vt:lpstr>
      <vt:lpstr>Constantia</vt:lpstr>
      <vt:lpstr>Wingdings 2</vt:lpstr>
      <vt:lpstr>Поток</vt:lpstr>
      <vt:lpstr>РАЗРАБОТКА ПРИЛОЖЕНИЯ  ДЛЯ РОБОТА-МЕТАЛЛОИСКАТЕЛЯ</vt:lpstr>
      <vt:lpstr>Введение</vt:lpstr>
      <vt:lpstr>Цель</vt:lpstr>
      <vt:lpstr>Задачи и используемые технологии</vt:lpstr>
      <vt:lpstr>Функционал приложения</vt:lpstr>
      <vt:lpstr>Интерфейс приложения</vt:lpstr>
      <vt:lpstr>Интерфейс приложения</vt:lpstr>
      <vt:lpstr>Интерфейс приложения</vt:lpstr>
      <vt:lpstr>Файловая структура приложения</vt:lpstr>
      <vt:lpstr>Реализация карты</vt:lpstr>
      <vt:lpstr>Заключение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Полигон для робота</dc:title>
  <dc:creator>Asus</dc:creator>
  <cp:lastModifiedBy>User User</cp:lastModifiedBy>
  <cp:revision>127</cp:revision>
  <dcterms:created xsi:type="dcterms:W3CDTF">2024-04-18T19:21:56Z</dcterms:created>
  <dcterms:modified xsi:type="dcterms:W3CDTF">2025-11-27T01:01:36Z</dcterms:modified>
</cp:coreProperties>
</file>