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2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heme/themeOverride3.xml" ContentType="application/vnd.openxmlformats-officedocument.themeOverr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316" r:id="rId2"/>
    <p:sldId id="332" r:id="rId3"/>
    <p:sldId id="329" r:id="rId4"/>
    <p:sldId id="319" r:id="rId5"/>
    <p:sldId id="333" r:id="rId6"/>
    <p:sldId id="320" r:id="rId7"/>
    <p:sldId id="335" r:id="rId8"/>
    <p:sldId id="339" r:id="rId9"/>
    <p:sldId id="321" r:id="rId10"/>
    <p:sldId id="322" r:id="rId11"/>
    <p:sldId id="337" r:id="rId12"/>
    <p:sldId id="32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6817" autoAdjust="0"/>
  </p:normalViewPr>
  <p:slideViewPr>
    <p:cSldViewPr>
      <p:cViewPr varScale="1">
        <p:scale>
          <a:sx n="120" d="100"/>
          <a:sy n="120" d="100"/>
        </p:scale>
        <p:origin x="114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9237CB-90AA-4F09-9544-7F1F6F32D255}" type="doc">
      <dgm:prSet loTypeId="urn:microsoft.com/office/officeart/2005/8/layout/lProcess3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B29BD39-4057-4025-BA93-583B10C33BAE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sz="3600" dirty="0" smtClean="0"/>
            <a:t>Разработать приложение </a:t>
          </a:r>
        </a:p>
        <a:p>
          <a:pPr>
            <a:lnSpc>
              <a:spcPct val="90000"/>
            </a:lnSpc>
            <a:spcAft>
              <a:spcPct val="35000"/>
            </a:spcAft>
          </a:pPr>
          <a:r>
            <a:rPr lang="ru-RU" sz="3600" dirty="0" smtClean="0"/>
            <a:t>для обмена данными с роботом</a:t>
          </a:r>
          <a:endParaRPr lang="ru-RU" sz="3600" dirty="0">
            <a:latin typeface="+mj-lt"/>
          </a:endParaRPr>
        </a:p>
      </dgm:t>
    </dgm:pt>
    <dgm:pt modelId="{D88DB565-9BBF-4558-91D7-3A4DEA702551}" type="parTrans" cxnId="{0D53C241-4A3C-4B1C-B0A6-4B9C266DAD9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31C76FB-1F2F-4814-A270-7C4460ED1C26}" type="sibTrans" cxnId="{0D53C241-4A3C-4B1C-B0A6-4B9C266DAD9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339CFCD-4E54-41FD-98FE-D8B968C24652}">
      <dgm:prSet phldrT="[Текст]" custT="1"/>
      <dgm:spPr/>
      <dgm:t>
        <a:bodyPr/>
        <a:lstStyle/>
        <a:p>
          <a:r>
            <a:rPr lang="ru-RU" sz="6000" dirty="0" smtClean="0">
              <a:solidFill>
                <a:schemeClr val="tx1"/>
              </a:solidFill>
              <a:latin typeface="+mj-lt"/>
            </a:rPr>
            <a:t>Цель</a:t>
          </a:r>
          <a:endParaRPr lang="ru-RU" sz="6000" dirty="0">
            <a:solidFill>
              <a:schemeClr val="tx1"/>
            </a:solidFill>
            <a:latin typeface="+mj-lt"/>
          </a:endParaRPr>
        </a:p>
      </dgm:t>
    </dgm:pt>
    <dgm:pt modelId="{D1D1E065-392D-4DC1-A523-95D873E2131F}" type="sibTrans" cxnId="{208A60EE-F13F-4D77-97F0-00CC8DA1CB5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7E9175D-3FBD-4194-A458-2B455BC7437E}" type="parTrans" cxnId="{208A60EE-F13F-4D77-97F0-00CC8DA1CB5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7341395-3C3B-4702-AE44-7D34BC187AAD}" type="pres">
      <dgm:prSet presAssocID="{BC9237CB-90AA-4F09-9544-7F1F6F32D255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1078FB7B-F188-459C-924D-CC4284C9A3D4}" type="pres">
      <dgm:prSet presAssocID="{F339CFCD-4E54-41FD-98FE-D8B968C24652}" presName="horFlow" presStyleCnt="0"/>
      <dgm:spPr/>
    </dgm:pt>
    <dgm:pt modelId="{C4609D89-8416-4925-B130-52072B0C3251}" type="pres">
      <dgm:prSet presAssocID="{F339CFCD-4E54-41FD-98FE-D8B968C24652}" presName="bigChev" presStyleLbl="node1" presStyleIdx="0" presStyleCnt="1"/>
      <dgm:spPr/>
      <dgm:t>
        <a:bodyPr/>
        <a:lstStyle/>
        <a:p>
          <a:endParaRPr lang="ru-RU"/>
        </a:p>
      </dgm:t>
    </dgm:pt>
    <dgm:pt modelId="{6941D99F-7295-4B3B-8813-F54DDC3B2C34}" type="pres">
      <dgm:prSet presAssocID="{D88DB565-9BBF-4558-91D7-3A4DEA702551}" presName="parTrans" presStyleCnt="0"/>
      <dgm:spPr/>
    </dgm:pt>
    <dgm:pt modelId="{F0C6BF9C-8781-40D3-8237-CA01A70F039A}" type="pres">
      <dgm:prSet presAssocID="{8B29BD39-4057-4025-BA93-583B10C33BAE}" presName="node" presStyleLbl="alignAccFollowNode1" presStyleIdx="0" presStyleCnt="1" custScaleX="2646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DFABB6-91F9-44D8-8347-3B6FC2594D68}" type="presOf" srcId="{8B29BD39-4057-4025-BA93-583B10C33BAE}" destId="{F0C6BF9C-8781-40D3-8237-CA01A70F039A}" srcOrd="0" destOrd="0" presId="urn:microsoft.com/office/officeart/2005/8/layout/lProcess3"/>
    <dgm:cxn modelId="{4BC761DE-D815-4526-B94E-649497E0CE9F}" type="presOf" srcId="{BC9237CB-90AA-4F09-9544-7F1F6F32D255}" destId="{47341395-3C3B-4702-AE44-7D34BC187AAD}" srcOrd="0" destOrd="0" presId="urn:microsoft.com/office/officeart/2005/8/layout/lProcess3"/>
    <dgm:cxn modelId="{0D53C241-4A3C-4B1C-B0A6-4B9C266DAD99}" srcId="{F339CFCD-4E54-41FD-98FE-D8B968C24652}" destId="{8B29BD39-4057-4025-BA93-583B10C33BAE}" srcOrd="0" destOrd="0" parTransId="{D88DB565-9BBF-4558-91D7-3A4DEA702551}" sibTransId="{231C76FB-1F2F-4814-A270-7C4460ED1C26}"/>
    <dgm:cxn modelId="{659FE85D-D7A1-4E3E-861B-E72CA6026399}" type="presOf" srcId="{F339CFCD-4E54-41FD-98FE-D8B968C24652}" destId="{C4609D89-8416-4925-B130-52072B0C3251}" srcOrd="0" destOrd="0" presId="urn:microsoft.com/office/officeart/2005/8/layout/lProcess3"/>
    <dgm:cxn modelId="{208A60EE-F13F-4D77-97F0-00CC8DA1CB56}" srcId="{BC9237CB-90AA-4F09-9544-7F1F6F32D255}" destId="{F339CFCD-4E54-41FD-98FE-D8B968C24652}" srcOrd="0" destOrd="0" parTransId="{C7E9175D-3FBD-4194-A458-2B455BC7437E}" sibTransId="{D1D1E065-392D-4DC1-A523-95D873E2131F}"/>
    <dgm:cxn modelId="{AFF4CAB6-7D3F-414E-8D7B-EAE8933EAF20}" type="presParOf" srcId="{47341395-3C3B-4702-AE44-7D34BC187AAD}" destId="{1078FB7B-F188-459C-924D-CC4284C9A3D4}" srcOrd="0" destOrd="0" presId="urn:microsoft.com/office/officeart/2005/8/layout/lProcess3"/>
    <dgm:cxn modelId="{2CECB959-F0AD-4133-975A-B6C437FC2700}" type="presParOf" srcId="{1078FB7B-F188-459C-924D-CC4284C9A3D4}" destId="{C4609D89-8416-4925-B130-52072B0C3251}" srcOrd="0" destOrd="0" presId="urn:microsoft.com/office/officeart/2005/8/layout/lProcess3"/>
    <dgm:cxn modelId="{E23FD71B-D2BB-4ACB-9D2D-7763464BBB28}" type="presParOf" srcId="{1078FB7B-F188-459C-924D-CC4284C9A3D4}" destId="{6941D99F-7295-4B3B-8813-F54DDC3B2C34}" srcOrd="1" destOrd="0" presId="urn:microsoft.com/office/officeart/2005/8/layout/lProcess3"/>
    <dgm:cxn modelId="{D8DAF89D-1957-4D0B-88DB-4C1467BDB478}" type="presParOf" srcId="{1078FB7B-F188-459C-924D-CC4284C9A3D4}" destId="{F0C6BF9C-8781-40D3-8237-CA01A70F039A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Задачи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608BFA7-546A-4CF3-8009-3600A672D044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Технологии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9D4E72F0-76A6-48A7-9FCA-4491CBECE334}" type="par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6C8332-91F9-420D-B511-C3A9CA02F970}" type="sib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722B5AD-B946-4ED0-BA15-3D792EC09303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Язык программирования </a:t>
          </a:r>
          <a:r>
            <a:rPr lang="en-US" sz="2000" dirty="0" smtClean="0">
              <a:latin typeface="+mj-lt"/>
            </a:rPr>
            <a:t>Python</a:t>
          </a:r>
          <a:endParaRPr lang="ru-RU" sz="2000" dirty="0">
            <a:latin typeface="+mj-lt"/>
          </a:endParaRPr>
        </a:p>
      </dgm:t>
    </dgm:pt>
    <dgm:pt modelId="{CFDACBEE-4D40-45CC-8127-242B04675DB1}" type="par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CC3B016-9AAE-4C02-991B-253EFCE7337D}" type="sib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AC5DFD2-6BDA-4267-AEF6-E395C1133D56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Библиотека </a:t>
          </a:r>
          <a:r>
            <a:rPr lang="en-US" sz="2000" dirty="0" smtClean="0">
              <a:latin typeface="+mj-lt"/>
            </a:rPr>
            <a:t>PyQt6 </a:t>
          </a:r>
          <a:r>
            <a:rPr lang="ru-RU" sz="2000" dirty="0" smtClean="0">
              <a:latin typeface="+mj-lt"/>
            </a:rPr>
            <a:t>и </a:t>
          </a:r>
          <a:r>
            <a:rPr lang="en-US" sz="2000" dirty="0" err="1" smtClean="0">
              <a:latin typeface="+mj-lt"/>
            </a:rPr>
            <a:t>QWebEngine</a:t>
          </a:r>
          <a:endParaRPr lang="ru-RU" sz="2000" dirty="0">
            <a:latin typeface="+mj-lt"/>
          </a:endParaRPr>
        </a:p>
      </dgm:t>
    </dgm:pt>
    <dgm:pt modelId="{78A58EB8-C136-410B-A326-9B882EA889DF}" type="parTrans" cxnId="{84DBFA4C-ACA7-43BE-BDB8-C98217AF1B3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952444B-B8C6-4178-BFE3-D18D47F4977D}" type="sibTrans" cxnId="{84DBFA4C-ACA7-43BE-BDB8-C98217AF1B3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D596EAD-5791-4489-9534-0C8D06D45B86}">
      <dgm:prSet phldrT="[Текст]" custT="1"/>
      <dgm:spPr/>
      <dgm:t>
        <a:bodyPr/>
        <a:lstStyle/>
        <a:p>
          <a:pPr algn="l"/>
          <a:r>
            <a:rPr lang="ru-RU" sz="2000" dirty="0" smtClean="0">
              <a:solidFill>
                <a:schemeClr val="tx1"/>
              </a:solidFill>
              <a:latin typeface="+mj-lt"/>
            </a:rPr>
            <a:t>Подготовить</a:t>
          </a:r>
          <a:r>
            <a:rPr lang="en-US" sz="2000" dirty="0" smtClean="0">
              <a:solidFill>
                <a:schemeClr val="tx1"/>
              </a:solidFill>
              <a:latin typeface="+mj-lt"/>
            </a:rPr>
            <a:t> UI-</a:t>
          </a:r>
          <a:r>
            <a:rPr lang="ru-RU" sz="2000" dirty="0" smtClean="0">
              <a:solidFill>
                <a:schemeClr val="tx1"/>
              </a:solidFill>
              <a:latin typeface="+mj-lt"/>
            </a:rPr>
            <a:t>шаблоны окон</a:t>
          </a:r>
          <a:endParaRPr lang="ru-RU" sz="2000" dirty="0">
            <a:solidFill>
              <a:schemeClr val="tx1"/>
            </a:solidFill>
            <a:latin typeface="+mj-lt"/>
          </a:endParaRPr>
        </a:p>
      </dgm:t>
    </dgm:pt>
    <dgm:pt modelId="{F80C2213-5E35-4A5E-A639-1985843B4620}" type="par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85135A1-769B-4F5A-811C-FF8765AFAA2C}" type="sib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4CBF2E8-080E-4CA8-9F44-0CF3CE429045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Создать классы для реализации окон</a:t>
          </a:r>
          <a:r>
            <a:rPr lang="en-US" sz="2000" dirty="0" smtClean="0">
              <a:latin typeface="+mj-lt"/>
            </a:rPr>
            <a:t>,</a:t>
          </a:r>
          <a:r>
            <a:rPr lang="ru-RU" sz="2000" dirty="0" smtClean="0">
              <a:latin typeface="+mj-lt"/>
            </a:rPr>
            <a:t> карты</a:t>
          </a:r>
          <a:r>
            <a:rPr lang="en-US" sz="2000" dirty="0" smtClean="0">
              <a:latin typeface="+mj-lt"/>
            </a:rPr>
            <a:t> </a:t>
          </a:r>
          <a:r>
            <a:rPr lang="ru-RU" sz="2000" dirty="0" smtClean="0">
              <a:latin typeface="+mj-lt"/>
            </a:rPr>
            <a:t>и </a:t>
          </a:r>
          <a:r>
            <a:rPr lang="en-US" sz="2000" dirty="0" err="1" smtClean="0">
              <a:latin typeface="+mj-lt"/>
            </a:rPr>
            <a:t>bluetooth</a:t>
          </a:r>
          <a:endParaRPr lang="ru-RU" sz="2000" dirty="0">
            <a:latin typeface="+mj-lt"/>
          </a:endParaRPr>
        </a:p>
      </dgm:t>
    </dgm:pt>
    <dgm:pt modelId="{865C9671-5A51-4972-A9C9-B2C8B4218D2B}" type="parTrans" cxnId="{68BAB412-F815-4240-AB55-32754E9E742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366A1A2-FE71-4183-ABFD-A9F9D1EF0E86}" type="sibTrans" cxnId="{68BAB412-F815-4240-AB55-32754E9E742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A649D24-6AD6-41F4-ABC3-A53F27A41A8C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Протестировать</a:t>
          </a:r>
          <a:r>
            <a:rPr lang="ru-RU" sz="2000" baseline="0" dirty="0" smtClean="0">
              <a:latin typeface="+mj-lt"/>
            </a:rPr>
            <a:t> работу приложения</a:t>
          </a:r>
          <a:endParaRPr lang="ru-RU" sz="2000" dirty="0">
            <a:latin typeface="+mj-lt"/>
          </a:endParaRPr>
        </a:p>
      </dgm:t>
    </dgm:pt>
    <dgm:pt modelId="{0092653F-4BED-441E-9656-A3CFC2B96A1C}" type="parTrans" cxnId="{527B1C4F-D206-4D30-AAC4-A1E59CC5D3A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D5B262F-ED7C-4C70-97A4-FABDA67D2ABA}" type="sibTrans" cxnId="{527B1C4F-D206-4D30-AAC4-A1E59CC5D3A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0EF90B9-B7AC-41F4-A8E4-2C416D7BC666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Определить необходимый функционал приложения</a:t>
          </a:r>
          <a:endParaRPr lang="ru-RU" sz="2000" dirty="0">
            <a:latin typeface="+mj-lt"/>
          </a:endParaRPr>
        </a:p>
      </dgm:t>
    </dgm:pt>
    <dgm:pt modelId="{1DE56A76-4993-4887-8460-65FA8A5AA490}" type="par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3BC5514-881D-4F68-B769-8E8A73172FBF}" type="sib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6A17209-CAC3-49E0-84E7-5B5553101876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Язык </a:t>
          </a:r>
          <a:r>
            <a:rPr lang="en-US" sz="2000" dirty="0" smtClean="0">
              <a:latin typeface="+mj-lt"/>
            </a:rPr>
            <a:t>HTML, JavaScript </a:t>
          </a:r>
          <a:r>
            <a:rPr lang="ru-RU" sz="2000" dirty="0" smtClean="0">
              <a:latin typeface="+mj-lt"/>
            </a:rPr>
            <a:t>и </a:t>
          </a:r>
          <a:r>
            <a:rPr lang="en-US" sz="2000" dirty="0" smtClean="0">
              <a:latin typeface="+mj-lt"/>
            </a:rPr>
            <a:t>API </a:t>
          </a:r>
          <a:r>
            <a:rPr lang="ru-RU" sz="2000" dirty="0" smtClean="0">
              <a:latin typeface="+mj-lt"/>
            </a:rPr>
            <a:t>Яндекс Карт</a:t>
          </a:r>
          <a:r>
            <a:rPr lang="en-US" sz="2000" dirty="0" smtClean="0">
              <a:latin typeface="+mj-lt"/>
            </a:rPr>
            <a:t> </a:t>
          </a:r>
          <a:endParaRPr lang="ru-RU" sz="2000" dirty="0">
            <a:latin typeface="+mj-lt"/>
          </a:endParaRPr>
        </a:p>
      </dgm:t>
    </dgm:pt>
    <dgm:pt modelId="{1F265768-5D48-46A7-857A-4AECA5182E22}" type="par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45B69BB-E537-4AA1-80FB-96C4F06BF516}" type="sib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0706AC6-204D-49B1-8B23-140258D9F2CA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Библиотека</a:t>
          </a:r>
          <a:r>
            <a:rPr lang="en-US" sz="2000" dirty="0" smtClean="0">
              <a:latin typeface="+mj-lt"/>
            </a:rPr>
            <a:t> </a:t>
          </a:r>
          <a:r>
            <a:rPr lang="ru-RU" sz="2000" dirty="0" smtClean="0">
              <a:latin typeface="+mj-lt"/>
            </a:rPr>
            <a:t>для </a:t>
          </a:r>
          <a:r>
            <a:rPr lang="en-US" sz="2000" dirty="0" err="1" smtClean="0">
              <a:latin typeface="+mj-lt"/>
            </a:rPr>
            <a:t>bluetooth</a:t>
          </a:r>
          <a:endParaRPr lang="ru-RU" sz="2000" dirty="0">
            <a:latin typeface="+mj-lt"/>
          </a:endParaRPr>
        </a:p>
      </dgm:t>
    </dgm:pt>
    <dgm:pt modelId="{3EF98487-6336-46D6-96AF-140DBD2EA2E1}" type="parTrans" cxnId="{499DE03A-0E9D-439E-B705-5EA801869CD9}">
      <dgm:prSet/>
      <dgm:spPr/>
      <dgm:t>
        <a:bodyPr/>
        <a:lstStyle/>
        <a:p>
          <a:endParaRPr lang="ru-RU"/>
        </a:p>
      </dgm:t>
    </dgm:pt>
    <dgm:pt modelId="{84233D2A-472B-4F83-92EF-FA8CBC58B6E2}" type="sibTrans" cxnId="{499DE03A-0E9D-439E-B705-5EA801869CD9}">
      <dgm:prSet/>
      <dgm:spPr/>
      <dgm:t>
        <a:bodyPr/>
        <a:lstStyle/>
        <a:p>
          <a:endParaRPr lang="ru-RU"/>
        </a:p>
      </dgm:t>
    </dgm:pt>
    <dgm:pt modelId="{48FE0DCC-80ED-4DFE-BD44-53AE53EE6D79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Среда программирования </a:t>
          </a:r>
          <a:r>
            <a:rPr lang="en-US" sz="2000" dirty="0" err="1" smtClean="0">
              <a:latin typeface="+mj-lt"/>
            </a:rPr>
            <a:t>PyCharm</a:t>
          </a:r>
          <a:endParaRPr lang="ru-RU" sz="2000" dirty="0">
            <a:latin typeface="+mj-lt"/>
          </a:endParaRPr>
        </a:p>
      </dgm:t>
    </dgm:pt>
    <dgm:pt modelId="{B2C84507-54B7-4A58-9E2E-CD5606929DA7}" type="parTrans" cxnId="{AFCAF5F7-1612-4F31-B83E-5F43B5B31F00}">
      <dgm:prSet/>
      <dgm:spPr/>
      <dgm:t>
        <a:bodyPr/>
        <a:lstStyle/>
        <a:p>
          <a:endParaRPr lang="ru-RU"/>
        </a:p>
      </dgm:t>
    </dgm:pt>
    <dgm:pt modelId="{E499CC5C-1DA1-454F-9074-0FF2B425BA3C}" type="sibTrans" cxnId="{AFCAF5F7-1612-4F31-B83E-5F43B5B31F00}">
      <dgm:prSet/>
      <dgm:spPr/>
      <dgm:t>
        <a:bodyPr/>
        <a:lstStyle/>
        <a:p>
          <a:endParaRPr lang="ru-RU"/>
        </a:p>
      </dgm:t>
    </dgm:pt>
    <dgm:pt modelId="{367E3734-BA88-4922-B5CB-821E4D37E4B1}">
      <dgm:prSet phldrT="[Текст]" custT="1"/>
      <dgm:spPr/>
      <dgm:t>
        <a:bodyPr/>
        <a:lstStyle/>
        <a:p>
          <a:pPr algn="l"/>
          <a:r>
            <a:rPr lang="en-US" sz="2000" dirty="0" err="1" smtClean="0">
              <a:latin typeface="+mj-lt"/>
            </a:rPr>
            <a:t>QtDesigner</a:t>
          </a:r>
          <a:r>
            <a:rPr lang="en-US" sz="2000" dirty="0" smtClean="0">
              <a:latin typeface="+mj-lt"/>
            </a:rPr>
            <a:t> </a:t>
          </a:r>
          <a:r>
            <a:rPr lang="ru-RU" sz="2000" dirty="0" smtClean="0">
              <a:latin typeface="+mj-lt"/>
            </a:rPr>
            <a:t>для создания интерфейса</a:t>
          </a:r>
          <a:endParaRPr lang="ru-RU" sz="2000" dirty="0">
            <a:latin typeface="+mj-lt"/>
          </a:endParaRPr>
        </a:p>
      </dgm:t>
    </dgm:pt>
    <dgm:pt modelId="{8BD46942-9234-41D7-96B0-70573E5111FF}" type="parTrans" cxnId="{B8DFFE9A-BB2B-48EB-9EC8-34616905AD77}">
      <dgm:prSet/>
      <dgm:spPr/>
      <dgm:t>
        <a:bodyPr/>
        <a:lstStyle/>
        <a:p>
          <a:endParaRPr lang="ru-RU"/>
        </a:p>
      </dgm:t>
    </dgm:pt>
    <dgm:pt modelId="{0AE4630A-7502-49D4-8870-65160E6FE180}" type="sibTrans" cxnId="{B8DFFE9A-BB2B-48EB-9EC8-34616905AD77}">
      <dgm:prSet/>
      <dgm:spPr/>
      <dgm:t>
        <a:bodyPr/>
        <a:lstStyle/>
        <a:p>
          <a:endParaRPr lang="ru-RU"/>
        </a:p>
      </dgm:t>
    </dgm:pt>
    <dgm:pt modelId="{EE0DFAAC-5A62-4ED8-B612-3AA5DC383093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Подготовить</a:t>
          </a:r>
          <a:r>
            <a:rPr lang="ru-RU" sz="2000" baseline="0" dirty="0" smtClean="0">
              <a:latin typeface="+mj-lt"/>
            </a:rPr>
            <a:t> структуру приложения</a:t>
          </a:r>
          <a:endParaRPr lang="ru-RU" sz="2000" dirty="0">
            <a:latin typeface="+mj-lt"/>
          </a:endParaRPr>
        </a:p>
      </dgm:t>
    </dgm:pt>
    <dgm:pt modelId="{83C34117-5989-4AB6-9190-294A6E7CAFE6}" type="parTrans" cxnId="{819A2D45-8D97-4FD4-97A0-91D248AB135D}">
      <dgm:prSet/>
      <dgm:spPr/>
      <dgm:t>
        <a:bodyPr/>
        <a:lstStyle/>
        <a:p>
          <a:endParaRPr lang="ru-RU"/>
        </a:p>
      </dgm:t>
    </dgm:pt>
    <dgm:pt modelId="{7F513EC4-F831-48AD-B7D9-51BFDCA8999E}" type="sibTrans" cxnId="{819A2D45-8D97-4FD4-97A0-91D248AB135D}">
      <dgm:prSet/>
      <dgm:spPr/>
      <dgm:t>
        <a:bodyPr/>
        <a:lstStyle/>
        <a:p>
          <a:endParaRPr lang="ru-RU"/>
        </a:p>
      </dgm:t>
    </dgm:pt>
    <dgm:pt modelId="{87081720-6BEB-4C9F-9035-948AE9320343}">
      <dgm:prSet phldrT="[Текст]" custT="1"/>
      <dgm:spPr/>
      <dgm:t>
        <a:bodyPr/>
        <a:lstStyle/>
        <a:p>
          <a:pPr algn="l"/>
          <a:r>
            <a:rPr lang="ru-RU" sz="2000" dirty="0" smtClean="0">
              <a:latin typeface="+mj-lt"/>
            </a:rPr>
            <a:t>Технологии </a:t>
          </a:r>
          <a:r>
            <a:rPr lang="en-US" sz="2000" dirty="0" err="1" smtClean="0">
              <a:latin typeface="+mj-lt"/>
            </a:rPr>
            <a:t>Git</a:t>
          </a:r>
          <a:endParaRPr lang="ru-RU" sz="2000" dirty="0">
            <a:latin typeface="+mj-lt"/>
          </a:endParaRPr>
        </a:p>
      </dgm:t>
    </dgm:pt>
    <dgm:pt modelId="{274DF409-6C35-4EFC-AF6D-B97AD8274810}" type="sibTrans" cxnId="{278F951A-AE85-4675-A1C5-F373CD77B950}">
      <dgm:prSet/>
      <dgm:spPr/>
      <dgm:t>
        <a:bodyPr/>
        <a:lstStyle/>
        <a:p>
          <a:endParaRPr lang="ru-RU"/>
        </a:p>
      </dgm:t>
    </dgm:pt>
    <dgm:pt modelId="{4EF75ABC-274C-47A6-B9B6-596DB02A3614}" type="parTrans" cxnId="{278F951A-AE85-4675-A1C5-F373CD77B950}">
      <dgm:prSet/>
      <dgm:spPr/>
      <dgm:t>
        <a:bodyPr/>
        <a:lstStyle/>
        <a:p>
          <a:endParaRPr lang="ru-RU"/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2" custScaleX="53452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2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E97F6A05-7D7E-42CF-A025-783C256FF1A4}" type="pres">
      <dgm:prSet presAssocID="{1DE56A76-4993-4887-8460-65FA8A5AA490}" presName="Name13" presStyleLbl="parChTrans1D2" presStyleIdx="0" presStyleCnt="12"/>
      <dgm:spPr/>
      <dgm:t>
        <a:bodyPr/>
        <a:lstStyle/>
        <a:p>
          <a:endParaRPr lang="ru-RU"/>
        </a:p>
      </dgm:t>
    </dgm:pt>
    <dgm:pt modelId="{997AEA4A-0E44-40E5-A385-7D114752559D}" type="pres">
      <dgm:prSet presAssocID="{B0EF90B9-B7AC-41F4-A8E4-2C416D7BC666}" presName="childText" presStyleLbl="bgAcc1" presStyleIdx="0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5987E4-1E09-47F4-818D-61FCF22EA304}" type="pres">
      <dgm:prSet presAssocID="{83C34117-5989-4AB6-9190-294A6E7CAFE6}" presName="Name13" presStyleLbl="parChTrans1D2" presStyleIdx="1" presStyleCnt="12"/>
      <dgm:spPr/>
      <dgm:t>
        <a:bodyPr/>
        <a:lstStyle/>
        <a:p>
          <a:endParaRPr lang="ru-RU"/>
        </a:p>
      </dgm:t>
    </dgm:pt>
    <dgm:pt modelId="{AF7B4ADA-0B7F-410D-8FB4-FFABE0DAD0D7}" type="pres">
      <dgm:prSet presAssocID="{EE0DFAAC-5A62-4ED8-B612-3AA5DC383093}" presName="childText" presStyleLbl="bgAcc1" presStyleIdx="1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CDF554-0152-4C23-811D-A6805B9A61D1}" type="pres">
      <dgm:prSet presAssocID="{F80C2213-5E35-4A5E-A639-1985843B4620}" presName="Name13" presStyleLbl="parChTrans1D2" presStyleIdx="2" presStyleCnt="12"/>
      <dgm:spPr/>
      <dgm:t>
        <a:bodyPr/>
        <a:lstStyle/>
        <a:p>
          <a:endParaRPr lang="ru-RU"/>
        </a:p>
      </dgm:t>
    </dgm:pt>
    <dgm:pt modelId="{B20D87AF-4F2B-4280-BC55-B6F24CE01CDA}" type="pres">
      <dgm:prSet presAssocID="{FD596EAD-5791-4489-9534-0C8D06D45B86}" presName="childText" presStyleLbl="bgAcc1" presStyleIdx="2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657C63-8E28-41F3-AFF5-73484B85CBD7}" type="pres">
      <dgm:prSet presAssocID="{865C9671-5A51-4972-A9C9-B2C8B4218D2B}" presName="Name13" presStyleLbl="parChTrans1D2" presStyleIdx="3" presStyleCnt="12"/>
      <dgm:spPr/>
      <dgm:t>
        <a:bodyPr/>
        <a:lstStyle/>
        <a:p>
          <a:endParaRPr lang="ru-RU"/>
        </a:p>
      </dgm:t>
    </dgm:pt>
    <dgm:pt modelId="{0901AA30-00C1-4691-8DB7-2F73B4AEEC93}" type="pres">
      <dgm:prSet presAssocID="{F4CBF2E8-080E-4CA8-9F44-0CF3CE429045}" presName="childText" presStyleLbl="bgAcc1" presStyleIdx="3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E993EC-8E18-4068-ACB4-AC69DB249FBA}" type="pres">
      <dgm:prSet presAssocID="{0092653F-4BED-441E-9656-A3CFC2B96A1C}" presName="Name13" presStyleLbl="parChTrans1D2" presStyleIdx="4" presStyleCnt="12"/>
      <dgm:spPr/>
      <dgm:t>
        <a:bodyPr/>
        <a:lstStyle/>
        <a:p>
          <a:endParaRPr lang="ru-RU"/>
        </a:p>
      </dgm:t>
    </dgm:pt>
    <dgm:pt modelId="{8109E108-7674-4463-A2EF-68C823D0F069}" type="pres">
      <dgm:prSet presAssocID="{1A649D24-6AD6-41F4-ABC3-A53F27A41A8C}" presName="childText" presStyleLbl="bgAcc1" presStyleIdx="4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B3FE26-C7F1-40F1-8C91-5637E1BFFE04}" type="pres">
      <dgm:prSet presAssocID="{0608BFA7-546A-4CF3-8009-3600A672D044}" presName="root" presStyleCnt="0"/>
      <dgm:spPr/>
      <dgm:t>
        <a:bodyPr/>
        <a:lstStyle/>
        <a:p>
          <a:endParaRPr lang="ru-RU"/>
        </a:p>
      </dgm:t>
    </dgm:pt>
    <dgm:pt modelId="{9F62F3DF-6AD6-4194-A466-E7F4043FC817}" type="pres">
      <dgm:prSet presAssocID="{0608BFA7-546A-4CF3-8009-3600A672D044}" presName="rootComposite" presStyleCnt="0"/>
      <dgm:spPr/>
      <dgm:t>
        <a:bodyPr/>
        <a:lstStyle/>
        <a:p>
          <a:endParaRPr lang="ru-RU"/>
        </a:p>
      </dgm:t>
    </dgm:pt>
    <dgm:pt modelId="{4C89AFA7-F26A-4743-AD14-61CA329241AC}" type="pres">
      <dgm:prSet presAssocID="{0608BFA7-546A-4CF3-8009-3600A672D044}" presName="rootText" presStyleLbl="node1" presStyleIdx="1" presStyleCnt="2" custScaleX="534523"/>
      <dgm:spPr/>
      <dgm:t>
        <a:bodyPr/>
        <a:lstStyle/>
        <a:p>
          <a:endParaRPr lang="ru-RU"/>
        </a:p>
      </dgm:t>
    </dgm:pt>
    <dgm:pt modelId="{E20CD2B4-896C-49C9-999B-87A2063D2FD2}" type="pres">
      <dgm:prSet presAssocID="{0608BFA7-546A-4CF3-8009-3600A672D044}" presName="rootConnector" presStyleLbl="node1" presStyleIdx="1" presStyleCnt="2"/>
      <dgm:spPr/>
      <dgm:t>
        <a:bodyPr/>
        <a:lstStyle/>
        <a:p>
          <a:endParaRPr lang="ru-RU"/>
        </a:p>
      </dgm:t>
    </dgm:pt>
    <dgm:pt modelId="{63A27C28-1034-4635-BD44-8CCE9E5421E2}" type="pres">
      <dgm:prSet presAssocID="{0608BFA7-546A-4CF3-8009-3600A672D044}" presName="childShape" presStyleCnt="0"/>
      <dgm:spPr/>
      <dgm:t>
        <a:bodyPr/>
        <a:lstStyle/>
        <a:p>
          <a:endParaRPr lang="ru-RU"/>
        </a:p>
      </dgm:t>
    </dgm:pt>
    <dgm:pt modelId="{F4119F7C-9096-42B4-9EA4-97AAE22CF2C5}" type="pres">
      <dgm:prSet presAssocID="{CFDACBEE-4D40-45CC-8127-242B04675DB1}" presName="Name13" presStyleLbl="parChTrans1D2" presStyleIdx="5" presStyleCnt="12"/>
      <dgm:spPr/>
      <dgm:t>
        <a:bodyPr/>
        <a:lstStyle/>
        <a:p>
          <a:endParaRPr lang="ru-RU"/>
        </a:p>
      </dgm:t>
    </dgm:pt>
    <dgm:pt modelId="{F9DB4D29-4244-435C-85B4-B866B31F1410}" type="pres">
      <dgm:prSet presAssocID="{7722B5AD-B946-4ED0-BA15-3D792EC09303}" presName="childText" presStyleLbl="bgAcc1" presStyleIdx="5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8EC973-2E21-432C-9D2E-DA333D8DDB44}" type="pres">
      <dgm:prSet presAssocID="{1F265768-5D48-46A7-857A-4AECA5182E22}" presName="Name13" presStyleLbl="parChTrans1D2" presStyleIdx="6" presStyleCnt="12"/>
      <dgm:spPr/>
      <dgm:t>
        <a:bodyPr/>
        <a:lstStyle/>
        <a:p>
          <a:endParaRPr lang="ru-RU"/>
        </a:p>
      </dgm:t>
    </dgm:pt>
    <dgm:pt modelId="{3D4DFE44-5669-4C29-8ADB-A6789EA566FF}" type="pres">
      <dgm:prSet presAssocID="{46A17209-CAC3-49E0-84E7-5B5553101876}" presName="childText" presStyleLbl="bgAcc1" presStyleIdx="6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C927BA-03AC-4749-867B-1F230314957A}" type="pres">
      <dgm:prSet presAssocID="{78A58EB8-C136-410B-A326-9B882EA889DF}" presName="Name13" presStyleLbl="parChTrans1D2" presStyleIdx="7" presStyleCnt="12"/>
      <dgm:spPr/>
      <dgm:t>
        <a:bodyPr/>
        <a:lstStyle/>
        <a:p>
          <a:endParaRPr lang="ru-RU"/>
        </a:p>
      </dgm:t>
    </dgm:pt>
    <dgm:pt modelId="{F83FC73D-D7D3-4048-8885-9BC1C7E65738}" type="pres">
      <dgm:prSet presAssocID="{6AC5DFD2-6BDA-4267-AEF6-E395C1133D56}" presName="childText" presStyleLbl="bgAcc1" presStyleIdx="7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AA8E40-1203-46F3-9FE8-C2DC06D068C8}" type="pres">
      <dgm:prSet presAssocID="{3EF98487-6336-46D6-96AF-140DBD2EA2E1}" presName="Name13" presStyleLbl="parChTrans1D2" presStyleIdx="8" presStyleCnt="12"/>
      <dgm:spPr/>
      <dgm:t>
        <a:bodyPr/>
        <a:lstStyle/>
        <a:p>
          <a:endParaRPr lang="ru-RU"/>
        </a:p>
      </dgm:t>
    </dgm:pt>
    <dgm:pt modelId="{97384D9F-C2E5-416C-A216-AFB19D60F022}" type="pres">
      <dgm:prSet presAssocID="{C0706AC6-204D-49B1-8B23-140258D9F2CA}" presName="childText" presStyleLbl="bgAcc1" presStyleIdx="8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AFBE8B-CE8D-4340-B5D9-0E9DAC83A672}" type="pres">
      <dgm:prSet presAssocID="{B2C84507-54B7-4A58-9E2E-CD5606929DA7}" presName="Name13" presStyleLbl="parChTrans1D2" presStyleIdx="9" presStyleCnt="12"/>
      <dgm:spPr/>
      <dgm:t>
        <a:bodyPr/>
        <a:lstStyle/>
        <a:p>
          <a:endParaRPr lang="ru-RU"/>
        </a:p>
      </dgm:t>
    </dgm:pt>
    <dgm:pt modelId="{489B5C8D-3D94-4F4C-A418-66314CA66898}" type="pres">
      <dgm:prSet presAssocID="{48FE0DCC-80ED-4DFE-BD44-53AE53EE6D79}" presName="childText" presStyleLbl="bgAcc1" presStyleIdx="9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C47FCF6-2AB3-46B9-AB74-F75F42BCEBCC}" type="pres">
      <dgm:prSet presAssocID="{8BD46942-9234-41D7-96B0-70573E5111FF}" presName="Name13" presStyleLbl="parChTrans1D2" presStyleIdx="10" presStyleCnt="12"/>
      <dgm:spPr/>
      <dgm:t>
        <a:bodyPr/>
        <a:lstStyle/>
        <a:p>
          <a:endParaRPr lang="ru-RU"/>
        </a:p>
      </dgm:t>
    </dgm:pt>
    <dgm:pt modelId="{4BE9D80D-BC24-4A67-B6C2-8151A2B77A8D}" type="pres">
      <dgm:prSet presAssocID="{367E3734-BA88-4922-B5CB-821E4D37E4B1}" presName="childText" presStyleLbl="bgAcc1" presStyleIdx="10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7F1C868-E714-48E5-A477-0D72E57E04F4}" type="pres">
      <dgm:prSet presAssocID="{4EF75ABC-274C-47A6-B9B6-596DB02A3614}" presName="Name13" presStyleLbl="parChTrans1D2" presStyleIdx="11" presStyleCnt="12"/>
      <dgm:spPr/>
      <dgm:t>
        <a:bodyPr/>
        <a:lstStyle/>
        <a:p>
          <a:endParaRPr lang="ru-RU"/>
        </a:p>
      </dgm:t>
    </dgm:pt>
    <dgm:pt modelId="{3ADF5969-E152-4803-8A8B-E692DC6F4EFB}" type="pres">
      <dgm:prSet presAssocID="{87081720-6BEB-4C9F-9035-948AE9320343}" presName="childText" presStyleLbl="bgAcc1" presStyleIdx="11" presStyleCnt="12" custScaleX="5219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0C77338-C66E-4C4C-895B-A8A554FB8FB4}" type="presOf" srcId="{865C9671-5A51-4972-A9C9-B2C8B4218D2B}" destId="{9D657C63-8E28-41F3-AFF5-73484B85CBD7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42457FA5-9E0D-4576-A69E-436F53B032D6}" type="presOf" srcId="{B0EF90B9-B7AC-41F4-A8E4-2C416D7BC666}" destId="{997AEA4A-0E44-40E5-A385-7D114752559D}" srcOrd="0" destOrd="0" presId="urn:microsoft.com/office/officeart/2005/8/layout/hierarchy3"/>
    <dgm:cxn modelId="{387C3E33-8339-4EBB-AA8B-A87A1532EA3F}" type="presOf" srcId="{1DE56A76-4993-4887-8460-65FA8A5AA490}" destId="{E97F6A05-7D7E-42CF-A025-783C256FF1A4}" srcOrd="0" destOrd="0" presId="urn:microsoft.com/office/officeart/2005/8/layout/hierarchy3"/>
    <dgm:cxn modelId="{D6D79C96-27B3-4940-B514-009D01ED28B9}" srcId="{0608BFA7-546A-4CF3-8009-3600A672D044}" destId="{7722B5AD-B946-4ED0-BA15-3D792EC09303}" srcOrd="0" destOrd="0" parTransId="{CFDACBEE-4D40-45CC-8127-242B04675DB1}" sibTransId="{ACC3B016-9AAE-4C02-991B-253EFCE7337D}"/>
    <dgm:cxn modelId="{A8E3A996-4D8C-4884-A9E8-90A4A6460697}" type="presOf" srcId="{83C34117-5989-4AB6-9190-294A6E7CAFE6}" destId="{A95987E4-1E09-47F4-818D-61FCF22EA304}" srcOrd="0" destOrd="0" presId="urn:microsoft.com/office/officeart/2005/8/layout/hierarchy3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B8DFFE9A-BB2B-48EB-9EC8-34616905AD77}" srcId="{0608BFA7-546A-4CF3-8009-3600A672D044}" destId="{367E3734-BA88-4922-B5CB-821E4D37E4B1}" srcOrd="5" destOrd="0" parTransId="{8BD46942-9234-41D7-96B0-70573E5111FF}" sibTransId="{0AE4630A-7502-49D4-8870-65160E6FE180}"/>
    <dgm:cxn modelId="{819A2D45-8D97-4FD4-97A0-91D248AB135D}" srcId="{1541EFDC-C611-4AC2-A1FD-56152CDEF0F8}" destId="{EE0DFAAC-5A62-4ED8-B612-3AA5DC383093}" srcOrd="1" destOrd="0" parTransId="{83C34117-5989-4AB6-9190-294A6E7CAFE6}" sibTransId="{7F513EC4-F831-48AD-B7D9-51BFDCA8999E}"/>
    <dgm:cxn modelId="{0687B288-DA8A-4CCC-ABF0-16104631F48F}" type="presOf" srcId="{FD596EAD-5791-4489-9534-0C8D06D45B86}" destId="{B20D87AF-4F2B-4280-BC55-B6F24CE01CDA}" srcOrd="0" destOrd="0" presId="urn:microsoft.com/office/officeart/2005/8/layout/hierarchy3"/>
    <dgm:cxn modelId="{527B1C4F-D206-4D30-AAC4-A1E59CC5D3A6}" srcId="{1541EFDC-C611-4AC2-A1FD-56152CDEF0F8}" destId="{1A649D24-6AD6-41F4-ABC3-A53F27A41A8C}" srcOrd="4" destOrd="0" parTransId="{0092653F-4BED-441E-9656-A3CFC2B96A1C}" sibTransId="{FD5B262F-ED7C-4C70-97A4-FABDA67D2ABA}"/>
    <dgm:cxn modelId="{75D56CEC-EFDC-4564-9850-4818C3D33A5F}" type="presOf" srcId="{6AC5DFD2-6BDA-4267-AEF6-E395C1133D56}" destId="{F83FC73D-D7D3-4048-8885-9BC1C7E65738}" srcOrd="0" destOrd="0" presId="urn:microsoft.com/office/officeart/2005/8/layout/hierarchy3"/>
    <dgm:cxn modelId="{278F951A-AE85-4675-A1C5-F373CD77B950}" srcId="{0608BFA7-546A-4CF3-8009-3600A672D044}" destId="{87081720-6BEB-4C9F-9035-948AE9320343}" srcOrd="6" destOrd="0" parTransId="{4EF75ABC-274C-47A6-B9B6-596DB02A3614}" sibTransId="{274DF409-6C35-4EFC-AF6D-B97AD8274810}"/>
    <dgm:cxn modelId="{382F3A43-1785-4DA8-BD24-F816FA387933}" type="presOf" srcId="{8BD46942-9234-41D7-96B0-70573E5111FF}" destId="{EC47FCF6-2AB3-46B9-AB74-F75F42BCEBCC}" srcOrd="0" destOrd="0" presId="urn:microsoft.com/office/officeart/2005/8/layout/hierarchy3"/>
    <dgm:cxn modelId="{06AD1AA8-4C5A-4D56-B885-FE841928CE62}" type="presOf" srcId="{78A58EB8-C136-410B-A326-9B882EA889DF}" destId="{C6C927BA-03AC-4749-867B-1F230314957A}" srcOrd="0" destOrd="0" presId="urn:microsoft.com/office/officeart/2005/8/layout/hierarchy3"/>
    <dgm:cxn modelId="{77796425-4B9A-44F3-A470-1F9A9710903A}" type="presOf" srcId="{EE0DFAAC-5A62-4ED8-B612-3AA5DC383093}" destId="{AF7B4ADA-0B7F-410D-8FB4-FFABE0DAD0D7}" srcOrd="0" destOrd="0" presId="urn:microsoft.com/office/officeart/2005/8/layout/hierarchy3"/>
    <dgm:cxn modelId="{68E6418B-2216-425F-8546-B8B27D86FD89}" srcId="{1FBAAE81-7E69-4AE2-B4B2-47511EA554A0}" destId="{0608BFA7-546A-4CF3-8009-3600A672D044}" srcOrd="1" destOrd="0" parTransId="{9D4E72F0-76A6-48A7-9FCA-4491CBECE334}" sibTransId="{396C8332-91F9-420D-B511-C3A9CA02F970}"/>
    <dgm:cxn modelId="{77083124-A697-4093-BA7E-55C25814D629}" type="presOf" srcId="{1A649D24-6AD6-41F4-ABC3-A53F27A41A8C}" destId="{8109E108-7674-4463-A2EF-68C823D0F069}" srcOrd="0" destOrd="0" presId="urn:microsoft.com/office/officeart/2005/8/layout/hierarchy3"/>
    <dgm:cxn modelId="{4EC66674-117A-4B81-B8DE-C9159D842F02}" srcId="{1541EFDC-C611-4AC2-A1FD-56152CDEF0F8}" destId="{FD596EAD-5791-4489-9534-0C8D06D45B86}" srcOrd="2" destOrd="0" parTransId="{F80C2213-5E35-4A5E-A639-1985843B4620}" sibTransId="{385135A1-769B-4F5A-811C-FF8765AFAA2C}"/>
    <dgm:cxn modelId="{8219E6A5-2925-4DD2-AF8D-A49E11918013}" type="presOf" srcId="{48FE0DCC-80ED-4DFE-BD44-53AE53EE6D79}" destId="{489B5C8D-3D94-4F4C-A418-66314CA66898}" srcOrd="0" destOrd="0" presId="urn:microsoft.com/office/officeart/2005/8/layout/hierarchy3"/>
    <dgm:cxn modelId="{1FE07060-22DD-414B-8FD5-11F37EBCC88B}" type="presOf" srcId="{7722B5AD-B946-4ED0-BA15-3D792EC09303}" destId="{F9DB4D29-4244-435C-85B4-B866B31F1410}" srcOrd="0" destOrd="0" presId="urn:microsoft.com/office/officeart/2005/8/layout/hierarchy3"/>
    <dgm:cxn modelId="{4893CF7E-FB4D-4E4D-AB53-2824E8EF7BFD}" type="presOf" srcId="{0092653F-4BED-441E-9656-A3CFC2B96A1C}" destId="{74E993EC-8E18-4068-ACB4-AC69DB249FBA}" srcOrd="0" destOrd="0" presId="urn:microsoft.com/office/officeart/2005/8/layout/hierarchy3"/>
    <dgm:cxn modelId="{DD71018C-D7E6-4815-B89F-9D7F0D71963D}" type="presOf" srcId="{367E3734-BA88-4922-B5CB-821E4D37E4B1}" destId="{4BE9D80D-BC24-4A67-B6C2-8151A2B77A8D}" srcOrd="0" destOrd="0" presId="urn:microsoft.com/office/officeart/2005/8/layout/hierarchy3"/>
    <dgm:cxn modelId="{84DBFA4C-ACA7-43BE-BDB8-C98217AF1B39}" srcId="{0608BFA7-546A-4CF3-8009-3600A672D044}" destId="{6AC5DFD2-6BDA-4267-AEF6-E395C1133D56}" srcOrd="2" destOrd="0" parTransId="{78A58EB8-C136-410B-A326-9B882EA889DF}" sibTransId="{8952444B-B8C6-4178-BFE3-D18D47F4977D}"/>
    <dgm:cxn modelId="{0083E3C3-8AC3-418E-8507-BA946A579AA8}" type="presOf" srcId="{B2C84507-54B7-4A58-9E2E-CD5606929DA7}" destId="{5CAFBE8B-CE8D-4340-B5D9-0E9DAC83A672}" srcOrd="0" destOrd="0" presId="urn:microsoft.com/office/officeart/2005/8/layout/hierarchy3"/>
    <dgm:cxn modelId="{AFCAF5F7-1612-4F31-B83E-5F43B5B31F00}" srcId="{0608BFA7-546A-4CF3-8009-3600A672D044}" destId="{48FE0DCC-80ED-4DFE-BD44-53AE53EE6D79}" srcOrd="4" destOrd="0" parTransId="{B2C84507-54B7-4A58-9E2E-CD5606929DA7}" sibTransId="{E499CC5C-1DA1-454F-9074-0FF2B425BA3C}"/>
    <dgm:cxn modelId="{F31815BE-BD06-4356-B6C6-475592D9F77B}" srcId="{0608BFA7-546A-4CF3-8009-3600A672D044}" destId="{46A17209-CAC3-49E0-84E7-5B5553101876}" srcOrd="1" destOrd="0" parTransId="{1F265768-5D48-46A7-857A-4AECA5182E22}" sibTransId="{045B69BB-E537-4AA1-80FB-96C4F06BF516}"/>
    <dgm:cxn modelId="{64B3A555-2463-4732-88E2-FF26414F12BA}" type="presOf" srcId="{C0706AC6-204D-49B1-8B23-140258D9F2CA}" destId="{97384D9F-C2E5-416C-A216-AFB19D60F022}" srcOrd="0" destOrd="0" presId="urn:microsoft.com/office/officeart/2005/8/layout/hierarchy3"/>
    <dgm:cxn modelId="{79B1811D-32F6-4E86-ACF5-23CDF5D89C04}" type="presOf" srcId="{87081720-6BEB-4C9F-9035-948AE9320343}" destId="{3ADF5969-E152-4803-8A8B-E692DC6F4EFB}" srcOrd="0" destOrd="0" presId="urn:microsoft.com/office/officeart/2005/8/layout/hierarchy3"/>
    <dgm:cxn modelId="{9575D492-6F76-42BC-8A08-232ADB669BFC}" type="presOf" srcId="{3EF98487-6336-46D6-96AF-140DBD2EA2E1}" destId="{1CAA8E40-1203-46F3-9FE8-C2DC06D068C8}" srcOrd="0" destOrd="0" presId="urn:microsoft.com/office/officeart/2005/8/layout/hierarchy3"/>
    <dgm:cxn modelId="{4CAF4C3F-0E94-4192-8C29-0BADADD6E744}" type="presOf" srcId="{1F265768-5D48-46A7-857A-4AECA5182E22}" destId="{6F8EC973-2E21-432C-9D2E-DA333D8DDB44}" srcOrd="0" destOrd="0" presId="urn:microsoft.com/office/officeart/2005/8/layout/hierarchy3"/>
    <dgm:cxn modelId="{F0B764C6-2FCE-463D-9FC6-673FF7CD4624}" type="presOf" srcId="{F80C2213-5E35-4A5E-A639-1985843B4620}" destId="{6BCDF554-0152-4C23-811D-A6805B9A61D1}" srcOrd="0" destOrd="0" presId="urn:microsoft.com/office/officeart/2005/8/layout/hierarchy3"/>
    <dgm:cxn modelId="{499DE03A-0E9D-439E-B705-5EA801869CD9}" srcId="{0608BFA7-546A-4CF3-8009-3600A672D044}" destId="{C0706AC6-204D-49B1-8B23-140258D9F2CA}" srcOrd="3" destOrd="0" parTransId="{3EF98487-6336-46D6-96AF-140DBD2EA2E1}" sibTransId="{84233D2A-472B-4F83-92EF-FA8CBC58B6E2}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1FE850CB-D459-4AF2-B0D0-649AF461D696}" type="presOf" srcId="{4EF75ABC-274C-47A6-B9B6-596DB02A3614}" destId="{47F1C868-E714-48E5-A477-0D72E57E04F4}" srcOrd="0" destOrd="0" presId="urn:microsoft.com/office/officeart/2005/8/layout/hierarchy3"/>
    <dgm:cxn modelId="{4273F398-5E04-4CAB-9EB6-9FEF1B0E9597}" type="presOf" srcId="{46A17209-CAC3-49E0-84E7-5B5553101876}" destId="{3D4DFE44-5669-4C29-8ADB-A6789EA566FF}" srcOrd="0" destOrd="0" presId="urn:microsoft.com/office/officeart/2005/8/layout/hierarchy3"/>
    <dgm:cxn modelId="{C228DF0B-6E52-43B3-B3F3-18DB4797E071}" type="presOf" srcId="{0608BFA7-546A-4CF3-8009-3600A672D044}" destId="{4C89AFA7-F26A-4743-AD14-61CA329241AC}" srcOrd="0" destOrd="0" presId="urn:microsoft.com/office/officeart/2005/8/layout/hierarchy3"/>
    <dgm:cxn modelId="{B92B0A67-64E1-4E81-A4C7-B554261A2E6E}" type="presOf" srcId="{0608BFA7-546A-4CF3-8009-3600A672D044}" destId="{E20CD2B4-896C-49C9-999B-87A2063D2FD2}" srcOrd="1" destOrd="0" presId="urn:microsoft.com/office/officeart/2005/8/layout/hierarchy3"/>
    <dgm:cxn modelId="{C5810F91-63B8-41FC-B4B2-CB7C9CFC136F}" type="presOf" srcId="{F4CBF2E8-080E-4CA8-9F44-0CF3CE429045}" destId="{0901AA30-00C1-4691-8DB7-2F73B4AEEC93}" srcOrd="0" destOrd="0" presId="urn:microsoft.com/office/officeart/2005/8/layout/hierarchy3"/>
    <dgm:cxn modelId="{58C65011-D78E-4120-8002-6288363B2F3F}" type="presOf" srcId="{CFDACBEE-4D40-45CC-8127-242B04675DB1}" destId="{F4119F7C-9096-42B4-9EA4-97AAE22CF2C5}" srcOrd="0" destOrd="0" presId="urn:microsoft.com/office/officeart/2005/8/layout/hierarchy3"/>
    <dgm:cxn modelId="{68BAB412-F815-4240-AB55-32754E9E7422}" srcId="{1541EFDC-C611-4AC2-A1FD-56152CDEF0F8}" destId="{F4CBF2E8-080E-4CA8-9F44-0CF3CE429045}" srcOrd="3" destOrd="0" parTransId="{865C9671-5A51-4972-A9C9-B2C8B4218D2B}" sibTransId="{B366A1A2-FE71-4183-ABFD-A9F9D1EF0E86}"/>
    <dgm:cxn modelId="{64DF5438-1D1C-4814-95AD-CA150E3365B7}" srcId="{1541EFDC-C611-4AC2-A1FD-56152CDEF0F8}" destId="{B0EF90B9-B7AC-41F4-A8E4-2C416D7BC666}" srcOrd="0" destOrd="0" parTransId="{1DE56A76-4993-4887-8460-65FA8A5AA490}" sibTransId="{63BC5514-881D-4F68-B769-8E8A73172FBF}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D967D470-114E-40B0-9311-C05BD9FBC0DE}" type="presParOf" srcId="{DE29907D-B02C-4DC8-AB35-A32FAB9C50C8}" destId="{E97F6A05-7D7E-42CF-A025-783C256FF1A4}" srcOrd="0" destOrd="0" presId="urn:microsoft.com/office/officeart/2005/8/layout/hierarchy3"/>
    <dgm:cxn modelId="{49A693EF-5ADF-4433-8D22-16FE7EA8F624}" type="presParOf" srcId="{DE29907D-B02C-4DC8-AB35-A32FAB9C50C8}" destId="{997AEA4A-0E44-40E5-A385-7D114752559D}" srcOrd="1" destOrd="0" presId="urn:microsoft.com/office/officeart/2005/8/layout/hierarchy3"/>
    <dgm:cxn modelId="{4BB25766-FA31-43A3-A69F-87F14C37869B}" type="presParOf" srcId="{DE29907D-B02C-4DC8-AB35-A32FAB9C50C8}" destId="{A95987E4-1E09-47F4-818D-61FCF22EA304}" srcOrd="2" destOrd="0" presId="urn:microsoft.com/office/officeart/2005/8/layout/hierarchy3"/>
    <dgm:cxn modelId="{C5A1D1A2-6ABE-41F9-B5C8-17C9C5E104F3}" type="presParOf" srcId="{DE29907D-B02C-4DC8-AB35-A32FAB9C50C8}" destId="{AF7B4ADA-0B7F-410D-8FB4-FFABE0DAD0D7}" srcOrd="3" destOrd="0" presId="urn:microsoft.com/office/officeart/2005/8/layout/hierarchy3"/>
    <dgm:cxn modelId="{6DE7CC04-1656-4586-8F67-3C5A9410AF41}" type="presParOf" srcId="{DE29907D-B02C-4DC8-AB35-A32FAB9C50C8}" destId="{6BCDF554-0152-4C23-811D-A6805B9A61D1}" srcOrd="4" destOrd="0" presId="urn:microsoft.com/office/officeart/2005/8/layout/hierarchy3"/>
    <dgm:cxn modelId="{33A6C25D-4B68-4059-AD8C-41C558FEB328}" type="presParOf" srcId="{DE29907D-B02C-4DC8-AB35-A32FAB9C50C8}" destId="{B20D87AF-4F2B-4280-BC55-B6F24CE01CDA}" srcOrd="5" destOrd="0" presId="urn:microsoft.com/office/officeart/2005/8/layout/hierarchy3"/>
    <dgm:cxn modelId="{F231EE4C-D37F-4AF4-AF7C-57B5483E589C}" type="presParOf" srcId="{DE29907D-B02C-4DC8-AB35-A32FAB9C50C8}" destId="{9D657C63-8E28-41F3-AFF5-73484B85CBD7}" srcOrd="6" destOrd="0" presId="urn:microsoft.com/office/officeart/2005/8/layout/hierarchy3"/>
    <dgm:cxn modelId="{29BA623F-7D5B-4E00-80BC-3FFD04EF1852}" type="presParOf" srcId="{DE29907D-B02C-4DC8-AB35-A32FAB9C50C8}" destId="{0901AA30-00C1-4691-8DB7-2F73B4AEEC93}" srcOrd="7" destOrd="0" presId="urn:microsoft.com/office/officeart/2005/8/layout/hierarchy3"/>
    <dgm:cxn modelId="{C1419AEB-6728-4B40-ADC2-0CF1B155B0D0}" type="presParOf" srcId="{DE29907D-B02C-4DC8-AB35-A32FAB9C50C8}" destId="{74E993EC-8E18-4068-ACB4-AC69DB249FBA}" srcOrd="8" destOrd="0" presId="urn:microsoft.com/office/officeart/2005/8/layout/hierarchy3"/>
    <dgm:cxn modelId="{C9EC07E2-9E0A-487A-A86F-0A4903B35EFA}" type="presParOf" srcId="{DE29907D-B02C-4DC8-AB35-A32FAB9C50C8}" destId="{8109E108-7674-4463-A2EF-68C823D0F069}" srcOrd="9" destOrd="0" presId="urn:microsoft.com/office/officeart/2005/8/layout/hierarchy3"/>
    <dgm:cxn modelId="{6987920D-070E-4B21-9F9E-61B7CB95D039}" type="presParOf" srcId="{6D02269B-5E4A-4628-9EAD-36D338D56642}" destId="{E1B3FE26-C7F1-40F1-8C91-5637E1BFFE04}" srcOrd="1" destOrd="0" presId="urn:microsoft.com/office/officeart/2005/8/layout/hierarchy3"/>
    <dgm:cxn modelId="{91CC39D1-42DA-4C04-A8C2-4B425982FBB9}" type="presParOf" srcId="{E1B3FE26-C7F1-40F1-8C91-5637E1BFFE04}" destId="{9F62F3DF-6AD6-4194-A466-E7F4043FC817}" srcOrd="0" destOrd="0" presId="urn:microsoft.com/office/officeart/2005/8/layout/hierarchy3"/>
    <dgm:cxn modelId="{06F8D9C8-5FE4-4526-9159-F04011082742}" type="presParOf" srcId="{9F62F3DF-6AD6-4194-A466-E7F4043FC817}" destId="{4C89AFA7-F26A-4743-AD14-61CA329241AC}" srcOrd="0" destOrd="0" presId="urn:microsoft.com/office/officeart/2005/8/layout/hierarchy3"/>
    <dgm:cxn modelId="{D2CB89DF-3EE1-47D5-B0C3-348061268E43}" type="presParOf" srcId="{9F62F3DF-6AD6-4194-A466-E7F4043FC817}" destId="{E20CD2B4-896C-49C9-999B-87A2063D2FD2}" srcOrd="1" destOrd="0" presId="urn:microsoft.com/office/officeart/2005/8/layout/hierarchy3"/>
    <dgm:cxn modelId="{2749ECC8-8D98-477E-92A0-D54BE105FCF7}" type="presParOf" srcId="{E1B3FE26-C7F1-40F1-8C91-5637E1BFFE04}" destId="{63A27C28-1034-4635-BD44-8CCE9E5421E2}" srcOrd="1" destOrd="0" presId="urn:microsoft.com/office/officeart/2005/8/layout/hierarchy3"/>
    <dgm:cxn modelId="{690369A5-485E-4F01-A305-AB538131774E}" type="presParOf" srcId="{63A27C28-1034-4635-BD44-8CCE9E5421E2}" destId="{F4119F7C-9096-42B4-9EA4-97AAE22CF2C5}" srcOrd="0" destOrd="0" presId="urn:microsoft.com/office/officeart/2005/8/layout/hierarchy3"/>
    <dgm:cxn modelId="{9B3753EF-70EB-41D4-A47F-CDC229B03E90}" type="presParOf" srcId="{63A27C28-1034-4635-BD44-8CCE9E5421E2}" destId="{F9DB4D29-4244-435C-85B4-B866B31F1410}" srcOrd="1" destOrd="0" presId="urn:microsoft.com/office/officeart/2005/8/layout/hierarchy3"/>
    <dgm:cxn modelId="{5C810A7F-920C-4FBF-9065-2DE7B5F23921}" type="presParOf" srcId="{63A27C28-1034-4635-BD44-8CCE9E5421E2}" destId="{6F8EC973-2E21-432C-9D2E-DA333D8DDB44}" srcOrd="2" destOrd="0" presId="urn:microsoft.com/office/officeart/2005/8/layout/hierarchy3"/>
    <dgm:cxn modelId="{131D8BE8-855F-48A7-B763-A3DC20E07AD5}" type="presParOf" srcId="{63A27C28-1034-4635-BD44-8CCE9E5421E2}" destId="{3D4DFE44-5669-4C29-8ADB-A6789EA566FF}" srcOrd="3" destOrd="0" presId="urn:microsoft.com/office/officeart/2005/8/layout/hierarchy3"/>
    <dgm:cxn modelId="{982B5E28-07F6-491E-B965-E77111B20F6A}" type="presParOf" srcId="{63A27C28-1034-4635-BD44-8CCE9E5421E2}" destId="{C6C927BA-03AC-4749-867B-1F230314957A}" srcOrd="4" destOrd="0" presId="urn:microsoft.com/office/officeart/2005/8/layout/hierarchy3"/>
    <dgm:cxn modelId="{5147E081-E116-4435-9137-E189AE5ECCE5}" type="presParOf" srcId="{63A27C28-1034-4635-BD44-8CCE9E5421E2}" destId="{F83FC73D-D7D3-4048-8885-9BC1C7E65738}" srcOrd="5" destOrd="0" presId="urn:microsoft.com/office/officeart/2005/8/layout/hierarchy3"/>
    <dgm:cxn modelId="{92B6120A-5605-4DE6-A29B-16F212A6E072}" type="presParOf" srcId="{63A27C28-1034-4635-BD44-8CCE9E5421E2}" destId="{1CAA8E40-1203-46F3-9FE8-C2DC06D068C8}" srcOrd="6" destOrd="0" presId="urn:microsoft.com/office/officeart/2005/8/layout/hierarchy3"/>
    <dgm:cxn modelId="{779B2217-52CA-461A-A332-505FB03F5D6B}" type="presParOf" srcId="{63A27C28-1034-4635-BD44-8CCE9E5421E2}" destId="{97384D9F-C2E5-416C-A216-AFB19D60F022}" srcOrd="7" destOrd="0" presId="urn:microsoft.com/office/officeart/2005/8/layout/hierarchy3"/>
    <dgm:cxn modelId="{4203F47F-88FA-478B-8A87-011B774DA30E}" type="presParOf" srcId="{63A27C28-1034-4635-BD44-8CCE9E5421E2}" destId="{5CAFBE8B-CE8D-4340-B5D9-0E9DAC83A672}" srcOrd="8" destOrd="0" presId="urn:microsoft.com/office/officeart/2005/8/layout/hierarchy3"/>
    <dgm:cxn modelId="{313F709B-E743-408E-8C0D-C640EA5CC433}" type="presParOf" srcId="{63A27C28-1034-4635-BD44-8CCE9E5421E2}" destId="{489B5C8D-3D94-4F4C-A418-66314CA66898}" srcOrd="9" destOrd="0" presId="urn:microsoft.com/office/officeart/2005/8/layout/hierarchy3"/>
    <dgm:cxn modelId="{CD4FF06C-C101-417B-82C0-586A0DAD4520}" type="presParOf" srcId="{63A27C28-1034-4635-BD44-8CCE9E5421E2}" destId="{EC47FCF6-2AB3-46B9-AB74-F75F42BCEBCC}" srcOrd="10" destOrd="0" presId="urn:microsoft.com/office/officeart/2005/8/layout/hierarchy3"/>
    <dgm:cxn modelId="{1910A70F-0754-482C-A825-AA2E006CC3C5}" type="presParOf" srcId="{63A27C28-1034-4635-BD44-8CCE9E5421E2}" destId="{4BE9D80D-BC24-4A67-B6C2-8151A2B77A8D}" srcOrd="11" destOrd="0" presId="urn:microsoft.com/office/officeart/2005/8/layout/hierarchy3"/>
    <dgm:cxn modelId="{AE5C13A7-0B54-48B6-AF07-420A26709891}" type="presParOf" srcId="{63A27C28-1034-4635-BD44-8CCE9E5421E2}" destId="{47F1C868-E714-48E5-A477-0D72E57E04F4}" srcOrd="12" destOrd="0" presId="urn:microsoft.com/office/officeart/2005/8/layout/hierarchy3"/>
    <dgm:cxn modelId="{B519D237-FF4A-41E8-B7F8-797756472B28}" type="presParOf" srcId="{63A27C28-1034-4635-BD44-8CCE9E5421E2}" destId="{3ADF5969-E152-4803-8A8B-E692DC6F4EFB}" srcOrd="1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A1D051-CD9B-49AC-842A-2E269F069342}" type="doc">
      <dgm:prSet loTypeId="urn:microsoft.com/office/officeart/2008/layout/VerticalCurv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4B741E-42B9-4802-AB40-2D06E6C8E4A1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Получение от робота данных (точки с найденным металлом), отображение их на карте и сохранение</a:t>
          </a:r>
          <a:endParaRPr lang="ru-RU" sz="2200" dirty="0">
            <a:latin typeface="+mj-lt"/>
          </a:endParaRPr>
        </a:p>
      </dgm:t>
    </dgm:pt>
    <dgm:pt modelId="{6B324159-370D-4BEE-BD21-1E5EFBA67E30}" type="parTrans" cxnId="{92EC402F-7636-485B-8F62-C17652C1F6A2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99B1A064-44CF-48C5-92F8-5F1058A861F7}" type="sibTrans" cxnId="{92EC402F-7636-485B-8F62-C17652C1F6A2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D00BB42C-2E4A-4FD4-A71C-8152C2AB6099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algn="l" rtl="0"/>
          <a:r>
            <a:rPr lang="ru-RU" sz="2200" b="0" i="0" dirty="0" smtClean="0"/>
            <a:t>Установка связи с роботом через </a:t>
          </a:r>
          <a:r>
            <a:rPr lang="ru-RU" sz="2200" b="0" i="0" dirty="0" err="1" smtClean="0"/>
            <a:t>Bluetooth</a:t>
          </a:r>
          <a:r>
            <a:rPr lang="ru-RU" sz="2200" b="0" i="0" dirty="0" smtClean="0"/>
            <a:t> для обмена данными</a:t>
          </a:r>
          <a:endParaRPr lang="ru-RU" sz="2200" dirty="0">
            <a:latin typeface="+mj-lt"/>
          </a:endParaRPr>
        </a:p>
      </dgm:t>
    </dgm:pt>
    <dgm:pt modelId="{56F8773B-C60B-452D-814B-3C4964D4EBB7}" type="sibTrans" cxnId="{DFD81C42-5589-4F67-B089-E040B826A6E5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4AA19B5A-F97F-48B8-9A65-DE6C1F0AFC9B}" type="parTrans" cxnId="{DFD81C42-5589-4F67-B089-E040B826A6E5}">
      <dgm:prSet/>
      <dgm:spPr/>
      <dgm:t>
        <a:bodyPr/>
        <a:lstStyle/>
        <a:p>
          <a:endParaRPr lang="ru-RU" sz="2200">
            <a:latin typeface="+mj-lt"/>
          </a:endParaRPr>
        </a:p>
      </dgm:t>
    </dgm:pt>
    <dgm:pt modelId="{F96296B4-8DA5-4D12-9048-BF4EF77FFB5E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Отображение текущего состояние робота: заряд батареи, режим робота, информация о проделанной работе</a:t>
          </a:r>
          <a:endParaRPr lang="ru-RU" sz="2200" dirty="0">
            <a:latin typeface="+mj-lt"/>
          </a:endParaRPr>
        </a:p>
      </dgm:t>
    </dgm:pt>
    <dgm:pt modelId="{903879A0-8FA1-4D99-9005-5266CA213557}" type="parTrans" cxnId="{1171DD10-9494-4E2A-A0C2-B8A7711896DB}">
      <dgm:prSet/>
      <dgm:spPr/>
      <dgm:t>
        <a:bodyPr/>
        <a:lstStyle/>
        <a:p>
          <a:endParaRPr lang="ru-RU"/>
        </a:p>
      </dgm:t>
    </dgm:pt>
    <dgm:pt modelId="{0A80869F-56AA-4044-A267-872671459367}" type="sibTrans" cxnId="{1171DD10-9494-4E2A-A0C2-B8A7711896DB}">
      <dgm:prSet/>
      <dgm:spPr/>
      <dgm:t>
        <a:bodyPr/>
        <a:lstStyle/>
        <a:p>
          <a:endParaRPr lang="ru-RU"/>
        </a:p>
      </dgm:t>
    </dgm:pt>
    <dgm:pt modelId="{11CD6C49-1DB4-4928-BC53-855D2D994123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Моделирование области поиска, отображение её на карте в удобном для человека формате и сохранение в компьютере</a:t>
          </a:r>
          <a:endParaRPr lang="ru-RU" sz="2200" dirty="0">
            <a:latin typeface="+mj-lt"/>
          </a:endParaRPr>
        </a:p>
      </dgm:t>
    </dgm:pt>
    <dgm:pt modelId="{2ABCE4A1-3434-4694-BF67-A46A951DF63E}" type="parTrans" cxnId="{A862FCDF-48A4-40ED-BA18-58706108555E}">
      <dgm:prSet/>
      <dgm:spPr/>
      <dgm:t>
        <a:bodyPr/>
        <a:lstStyle/>
        <a:p>
          <a:endParaRPr lang="ru-RU"/>
        </a:p>
      </dgm:t>
    </dgm:pt>
    <dgm:pt modelId="{402C248B-E14C-45EA-8A3D-8F00FECC2582}" type="sibTrans" cxnId="{A862FCDF-48A4-40ED-BA18-58706108555E}">
      <dgm:prSet/>
      <dgm:spPr/>
      <dgm:t>
        <a:bodyPr/>
        <a:lstStyle/>
        <a:p>
          <a:endParaRPr lang="ru-RU"/>
        </a:p>
      </dgm:t>
    </dgm:pt>
    <dgm:pt modelId="{72ED61BE-F3C3-49C1-8FDB-EC83285111C1}">
      <dgm:prSet custT="1"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gm:spPr>
      <dgm:t>
        <a:bodyPr/>
        <a:lstStyle/>
        <a:p>
          <a:pPr rtl="0"/>
          <a:r>
            <a:rPr lang="ru-RU" sz="2200" b="0" i="0" dirty="0" smtClean="0"/>
            <a:t>Отправка</a:t>
          </a:r>
          <a:r>
            <a:rPr lang="ru-RU" sz="3600" b="0" i="0" dirty="0" smtClean="0"/>
            <a:t> </a:t>
          </a:r>
          <a:r>
            <a:rPr lang="ru-RU" sz="2200" b="0" i="0" dirty="0" smtClean="0"/>
            <a:t>роботу области поиска</a:t>
          </a:r>
          <a:endParaRPr lang="ru-RU" sz="2200" b="0" i="0" dirty="0"/>
        </a:p>
      </dgm:t>
    </dgm:pt>
    <dgm:pt modelId="{6327192D-2DFC-457D-8F50-55ADEDD077A8}" type="parTrans" cxnId="{A4B4A538-BBBD-4BA6-BCAF-818D56F393A1}">
      <dgm:prSet/>
      <dgm:spPr/>
      <dgm:t>
        <a:bodyPr/>
        <a:lstStyle/>
        <a:p>
          <a:endParaRPr lang="ru-RU"/>
        </a:p>
      </dgm:t>
    </dgm:pt>
    <dgm:pt modelId="{E2C8A6AC-4441-43C5-98A1-CE269DA02E46}" type="sibTrans" cxnId="{A4B4A538-BBBD-4BA6-BCAF-818D56F393A1}">
      <dgm:prSet/>
      <dgm:spPr/>
      <dgm:t>
        <a:bodyPr/>
        <a:lstStyle/>
        <a:p>
          <a:endParaRPr lang="ru-RU"/>
        </a:p>
      </dgm:t>
    </dgm:pt>
    <dgm:pt modelId="{D414D4A0-6261-4871-936E-71210F3628BB}" type="pres">
      <dgm:prSet presAssocID="{9DA1D051-CD9B-49AC-842A-2E269F06934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AB4EA71F-B109-41C5-A6D4-3C66DDAEF71C}" type="pres">
      <dgm:prSet presAssocID="{9DA1D051-CD9B-49AC-842A-2E269F069342}" presName="Name1" presStyleCnt="0"/>
      <dgm:spPr/>
    </dgm:pt>
    <dgm:pt modelId="{9A695A11-4C08-4715-8139-A4AFDDF0320D}" type="pres">
      <dgm:prSet presAssocID="{9DA1D051-CD9B-49AC-842A-2E269F069342}" presName="cycle" presStyleCnt="0"/>
      <dgm:spPr/>
    </dgm:pt>
    <dgm:pt modelId="{D113B7A0-8714-431B-B006-03DAF8CAB0FB}" type="pres">
      <dgm:prSet presAssocID="{9DA1D051-CD9B-49AC-842A-2E269F069342}" presName="srcNode" presStyleLbl="node1" presStyleIdx="0" presStyleCnt="5"/>
      <dgm:spPr/>
    </dgm:pt>
    <dgm:pt modelId="{A2484AB9-2C5D-4FD3-A020-30CEDEDD4D37}" type="pres">
      <dgm:prSet presAssocID="{9DA1D051-CD9B-49AC-842A-2E269F069342}" presName="conn" presStyleLbl="parChTrans1D2" presStyleIdx="0" presStyleCnt="1"/>
      <dgm:spPr/>
      <dgm:t>
        <a:bodyPr/>
        <a:lstStyle/>
        <a:p>
          <a:endParaRPr lang="ru-RU"/>
        </a:p>
      </dgm:t>
    </dgm:pt>
    <dgm:pt modelId="{550D255A-1609-4CD9-BF78-3EDE06655AF1}" type="pres">
      <dgm:prSet presAssocID="{9DA1D051-CD9B-49AC-842A-2E269F069342}" presName="extraNode" presStyleLbl="node1" presStyleIdx="0" presStyleCnt="5"/>
      <dgm:spPr/>
    </dgm:pt>
    <dgm:pt modelId="{3580D269-1F7D-4A2A-A51A-C3120F813E35}" type="pres">
      <dgm:prSet presAssocID="{9DA1D051-CD9B-49AC-842A-2E269F069342}" presName="dstNode" presStyleLbl="node1" presStyleIdx="0" presStyleCnt="5"/>
      <dgm:spPr/>
    </dgm:pt>
    <dgm:pt modelId="{4E838CF3-9F64-42B7-9563-6E9BB2255DED}" type="pres">
      <dgm:prSet presAssocID="{D00BB42C-2E4A-4FD4-A71C-8152C2AB6099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53B89F-4E65-46AF-B699-ADCFFA00FADD}" type="pres">
      <dgm:prSet presAssocID="{D00BB42C-2E4A-4FD4-A71C-8152C2AB6099}" presName="accent_1" presStyleCnt="0"/>
      <dgm:spPr/>
    </dgm:pt>
    <dgm:pt modelId="{CCB56C12-1909-42DF-96E2-E08022607811}" type="pres">
      <dgm:prSet presAssocID="{D00BB42C-2E4A-4FD4-A71C-8152C2AB6099}" presName="accentRepeatNode" presStyleLbl="solidFgAcc1" presStyleIdx="0" presStyleCnt="5" custAng="10800000"/>
      <dgm:spPr>
        <a:prstGeom prst="flowChartDisplay">
          <a:avLst/>
        </a:prstGeom>
      </dgm:spPr>
    </dgm:pt>
    <dgm:pt modelId="{7CBD543A-3759-4AE2-963F-DA1A41DEFAB5}" type="pres">
      <dgm:prSet presAssocID="{F96296B4-8DA5-4D12-9048-BF4EF77FFB5E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FEA722-FCBC-4244-96C6-162585D79223}" type="pres">
      <dgm:prSet presAssocID="{F96296B4-8DA5-4D12-9048-BF4EF77FFB5E}" presName="accent_2" presStyleCnt="0"/>
      <dgm:spPr/>
    </dgm:pt>
    <dgm:pt modelId="{AE770D29-8739-4C03-AE21-3136AFC9E1A3}" type="pres">
      <dgm:prSet presAssocID="{F96296B4-8DA5-4D12-9048-BF4EF77FFB5E}" presName="accentRepeatNode" presStyleLbl="solidFgAcc1" presStyleIdx="1" presStyleCnt="5" custAng="10800000"/>
      <dgm:spPr>
        <a:prstGeom prst="flowChartDisplay">
          <a:avLst/>
        </a:prstGeom>
      </dgm:spPr>
    </dgm:pt>
    <dgm:pt modelId="{E510B6F2-57AD-4920-9F00-797C8007C059}" type="pres">
      <dgm:prSet presAssocID="{11CD6C49-1DB4-4928-BC53-855D2D994123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666CD3-68D3-4675-8E51-123F7F9EF6D2}" type="pres">
      <dgm:prSet presAssocID="{11CD6C49-1DB4-4928-BC53-855D2D994123}" presName="accent_3" presStyleCnt="0"/>
      <dgm:spPr/>
    </dgm:pt>
    <dgm:pt modelId="{FEBBB57F-57A7-4DD2-B20A-8704AF0713C0}" type="pres">
      <dgm:prSet presAssocID="{11CD6C49-1DB4-4928-BC53-855D2D994123}" presName="accentRepeatNode" presStyleLbl="solidFgAcc1" presStyleIdx="2" presStyleCnt="5" custAng="10800000"/>
      <dgm:spPr>
        <a:prstGeom prst="flowChartDisplay">
          <a:avLst/>
        </a:prstGeom>
      </dgm:spPr>
    </dgm:pt>
    <dgm:pt modelId="{B9387C9B-E93D-448C-B57D-C16088254931}" type="pres">
      <dgm:prSet presAssocID="{72ED61BE-F3C3-49C1-8FDB-EC83285111C1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02A535-4042-4138-9F90-A5252F5650E8}" type="pres">
      <dgm:prSet presAssocID="{72ED61BE-F3C3-49C1-8FDB-EC83285111C1}" presName="accent_4" presStyleCnt="0"/>
      <dgm:spPr/>
    </dgm:pt>
    <dgm:pt modelId="{9CE5E5E4-13FF-4CF7-8093-20979C95EBD6}" type="pres">
      <dgm:prSet presAssocID="{72ED61BE-F3C3-49C1-8FDB-EC83285111C1}" presName="accentRepeatNode" presStyleLbl="solidFgAcc1" presStyleIdx="3" presStyleCnt="5" custAng="10800000"/>
      <dgm:spPr>
        <a:prstGeom prst="flowChartDisplay">
          <a:avLst/>
        </a:prstGeom>
      </dgm:spPr>
    </dgm:pt>
    <dgm:pt modelId="{6BCD1673-A403-42E9-A45E-9112A0CD1810}" type="pres">
      <dgm:prSet presAssocID="{AE4B741E-42B9-4802-AB40-2D06E6C8E4A1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A53E03-09C2-45B8-832E-15E310C69879}" type="pres">
      <dgm:prSet presAssocID="{AE4B741E-42B9-4802-AB40-2D06E6C8E4A1}" presName="accent_5" presStyleCnt="0"/>
      <dgm:spPr/>
    </dgm:pt>
    <dgm:pt modelId="{9AFFACDF-E934-4735-BC49-97379F1BCA32}" type="pres">
      <dgm:prSet presAssocID="{AE4B741E-42B9-4802-AB40-2D06E6C8E4A1}" presName="accentRepeatNode" presStyleLbl="solidFgAcc1" presStyleIdx="4" presStyleCnt="5" custAng="10800000"/>
      <dgm:spPr>
        <a:prstGeom prst="flowChartDisplay">
          <a:avLst/>
        </a:prstGeom>
      </dgm:spPr>
    </dgm:pt>
  </dgm:ptLst>
  <dgm:cxnLst>
    <dgm:cxn modelId="{744BCEB5-F0BF-46CB-ABA5-7DCEA9EAD486}" type="presOf" srcId="{56F8773B-C60B-452D-814B-3C4964D4EBB7}" destId="{A2484AB9-2C5D-4FD3-A020-30CEDEDD4D37}" srcOrd="0" destOrd="0" presId="urn:microsoft.com/office/officeart/2008/layout/VerticalCurvedList"/>
    <dgm:cxn modelId="{35BAE031-9322-4FE3-98FE-B090B1EB6DAF}" type="presOf" srcId="{F96296B4-8DA5-4D12-9048-BF4EF77FFB5E}" destId="{7CBD543A-3759-4AE2-963F-DA1A41DEFAB5}" srcOrd="0" destOrd="0" presId="urn:microsoft.com/office/officeart/2008/layout/VerticalCurvedList"/>
    <dgm:cxn modelId="{A862FCDF-48A4-40ED-BA18-58706108555E}" srcId="{9DA1D051-CD9B-49AC-842A-2E269F069342}" destId="{11CD6C49-1DB4-4928-BC53-855D2D994123}" srcOrd="2" destOrd="0" parTransId="{2ABCE4A1-3434-4694-BF67-A46A951DF63E}" sibTransId="{402C248B-E14C-45EA-8A3D-8F00FECC2582}"/>
    <dgm:cxn modelId="{9FF88AB7-210C-4C71-AD87-6110FC2FF38C}" type="presOf" srcId="{AE4B741E-42B9-4802-AB40-2D06E6C8E4A1}" destId="{6BCD1673-A403-42E9-A45E-9112A0CD1810}" srcOrd="0" destOrd="0" presId="urn:microsoft.com/office/officeart/2008/layout/VerticalCurvedList"/>
    <dgm:cxn modelId="{B6955A97-2BFC-477D-A1EA-CA57760E03D6}" type="presOf" srcId="{72ED61BE-F3C3-49C1-8FDB-EC83285111C1}" destId="{B9387C9B-E93D-448C-B57D-C16088254931}" srcOrd="0" destOrd="0" presId="urn:microsoft.com/office/officeart/2008/layout/VerticalCurvedList"/>
    <dgm:cxn modelId="{1171DD10-9494-4E2A-A0C2-B8A7711896DB}" srcId="{9DA1D051-CD9B-49AC-842A-2E269F069342}" destId="{F96296B4-8DA5-4D12-9048-BF4EF77FFB5E}" srcOrd="1" destOrd="0" parTransId="{903879A0-8FA1-4D99-9005-5266CA213557}" sibTransId="{0A80869F-56AA-4044-A267-872671459367}"/>
    <dgm:cxn modelId="{01E3DFB7-805D-4873-AB53-EE8B2D2A2E9C}" type="presOf" srcId="{11CD6C49-1DB4-4928-BC53-855D2D994123}" destId="{E510B6F2-57AD-4920-9F00-797C8007C059}" srcOrd="0" destOrd="0" presId="urn:microsoft.com/office/officeart/2008/layout/VerticalCurvedList"/>
    <dgm:cxn modelId="{D727A44E-71A7-417B-8EBF-8ACEBA617373}" type="presOf" srcId="{D00BB42C-2E4A-4FD4-A71C-8152C2AB6099}" destId="{4E838CF3-9F64-42B7-9563-6E9BB2255DED}" srcOrd="0" destOrd="0" presId="urn:microsoft.com/office/officeart/2008/layout/VerticalCurvedList"/>
    <dgm:cxn modelId="{DFD81C42-5589-4F67-B089-E040B826A6E5}" srcId="{9DA1D051-CD9B-49AC-842A-2E269F069342}" destId="{D00BB42C-2E4A-4FD4-A71C-8152C2AB6099}" srcOrd="0" destOrd="0" parTransId="{4AA19B5A-F97F-48B8-9A65-DE6C1F0AFC9B}" sibTransId="{56F8773B-C60B-452D-814B-3C4964D4EBB7}"/>
    <dgm:cxn modelId="{A4B4A538-BBBD-4BA6-BCAF-818D56F393A1}" srcId="{9DA1D051-CD9B-49AC-842A-2E269F069342}" destId="{72ED61BE-F3C3-49C1-8FDB-EC83285111C1}" srcOrd="3" destOrd="0" parTransId="{6327192D-2DFC-457D-8F50-55ADEDD077A8}" sibTransId="{E2C8A6AC-4441-43C5-98A1-CE269DA02E46}"/>
    <dgm:cxn modelId="{95E563A8-0E6D-495E-96D8-69592AB9A5C1}" type="presOf" srcId="{9DA1D051-CD9B-49AC-842A-2E269F069342}" destId="{D414D4A0-6261-4871-936E-71210F3628BB}" srcOrd="0" destOrd="0" presId="urn:microsoft.com/office/officeart/2008/layout/VerticalCurvedList"/>
    <dgm:cxn modelId="{92EC402F-7636-485B-8F62-C17652C1F6A2}" srcId="{9DA1D051-CD9B-49AC-842A-2E269F069342}" destId="{AE4B741E-42B9-4802-AB40-2D06E6C8E4A1}" srcOrd="4" destOrd="0" parTransId="{6B324159-370D-4BEE-BD21-1E5EFBA67E30}" sibTransId="{99B1A064-44CF-48C5-92F8-5F1058A861F7}"/>
    <dgm:cxn modelId="{A9B29DB5-2F40-458F-B676-7E9FC7335EBA}" type="presParOf" srcId="{D414D4A0-6261-4871-936E-71210F3628BB}" destId="{AB4EA71F-B109-41C5-A6D4-3C66DDAEF71C}" srcOrd="0" destOrd="0" presId="urn:microsoft.com/office/officeart/2008/layout/VerticalCurvedList"/>
    <dgm:cxn modelId="{3A2F2B02-42D8-4893-8E19-CF6E2F79EE09}" type="presParOf" srcId="{AB4EA71F-B109-41C5-A6D4-3C66DDAEF71C}" destId="{9A695A11-4C08-4715-8139-A4AFDDF0320D}" srcOrd="0" destOrd="0" presId="urn:microsoft.com/office/officeart/2008/layout/VerticalCurvedList"/>
    <dgm:cxn modelId="{6FD71D21-936F-461E-8356-7FDC2C72B132}" type="presParOf" srcId="{9A695A11-4C08-4715-8139-A4AFDDF0320D}" destId="{D113B7A0-8714-431B-B006-03DAF8CAB0FB}" srcOrd="0" destOrd="0" presId="urn:microsoft.com/office/officeart/2008/layout/VerticalCurvedList"/>
    <dgm:cxn modelId="{D9A1F3EC-82C9-4E25-8881-C2B4F75F0123}" type="presParOf" srcId="{9A695A11-4C08-4715-8139-A4AFDDF0320D}" destId="{A2484AB9-2C5D-4FD3-A020-30CEDEDD4D37}" srcOrd="1" destOrd="0" presId="urn:microsoft.com/office/officeart/2008/layout/VerticalCurvedList"/>
    <dgm:cxn modelId="{3E4CA6E9-BE3B-46D5-ADAD-40572B3F8503}" type="presParOf" srcId="{9A695A11-4C08-4715-8139-A4AFDDF0320D}" destId="{550D255A-1609-4CD9-BF78-3EDE06655AF1}" srcOrd="2" destOrd="0" presId="urn:microsoft.com/office/officeart/2008/layout/VerticalCurvedList"/>
    <dgm:cxn modelId="{A89052A1-6B93-4977-90F5-C02B01A22BAB}" type="presParOf" srcId="{9A695A11-4C08-4715-8139-A4AFDDF0320D}" destId="{3580D269-1F7D-4A2A-A51A-C3120F813E35}" srcOrd="3" destOrd="0" presId="urn:microsoft.com/office/officeart/2008/layout/VerticalCurvedList"/>
    <dgm:cxn modelId="{A50846FF-887C-4E26-9FF0-AAB669374CE2}" type="presParOf" srcId="{AB4EA71F-B109-41C5-A6D4-3C66DDAEF71C}" destId="{4E838CF3-9F64-42B7-9563-6E9BB2255DED}" srcOrd="1" destOrd="0" presId="urn:microsoft.com/office/officeart/2008/layout/VerticalCurvedList"/>
    <dgm:cxn modelId="{6E4652D7-80FB-4351-8A10-3FAA8FA28DF3}" type="presParOf" srcId="{AB4EA71F-B109-41C5-A6D4-3C66DDAEF71C}" destId="{7153B89F-4E65-46AF-B699-ADCFFA00FADD}" srcOrd="2" destOrd="0" presId="urn:microsoft.com/office/officeart/2008/layout/VerticalCurvedList"/>
    <dgm:cxn modelId="{78A3C317-811E-46CC-8F53-FE7E77820E20}" type="presParOf" srcId="{7153B89F-4E65-46AF-B699-ADCFFA00FADD}" destId="{CCB56C12-1909-42DF-96E2-E08022607811}" srcOrd="0" destOrd="0" presId="urn:microsoft.com/office/officeart/2008/layout/VerticalCurvedList"/>
    <dgm:cxn modelId="{13130676-DBCF-41AC-B575-FAA64DD43FFF}" type="presParOf" srcId="{AB4EA71F-B109-41C5-A6D4-3C66DDAEF71C}" destId="{7CBD543A-3759-4AE2-963F-DA1A41DEFAB5}" srcOrd="3" destOrd="0" presId="urn:microsoft.com/office/officeart/2008/layout/VerticalCurvedList"/>
    <dgm:cxn modelId="{A3A5492F-1D67-419F-91F2-F0857CF699A8}" type="presParOf" srcId="{AB4EA71F-B109-41C5-A6D4-3C66DDAEF71C}" destId="{A9FEA722-FCBC-4244-96C6-162585D79223}" srcOrd="4" destOrd="0" presId="urn:microsoft.com/office/officeart/2008/layout/VerticalCurvedList"/>
    <dgm:cxn modelId="{681D1D11-4DFD-4A24-8AA0-32F1A4DCC07D}" type="presParOf" srcId="{A9FEA722-FCBC-4244-96C6-162585D79223}" destId="{AE770D29-8739-4C03-AE21-3136AFC9E1A3}" srcOrd="0" destOrd="0" presId="urn:microsoft.com/office/officeart/2008/layout/VerticalCurvedList"/>
    <dgm:cxn modelId="{0BF00E77-DA2F-41F2-A1E4-383D81E0CD89}" type="presParOf" srcId="{AB4EA71F-B109-41C5-A6D4-3C66DDAEF71C}" destId="{E510B6F2-57AD-4920-9F00-797C8007C059}" srcOrd="5" destOrd="0" presId="urn:microsoft.com/office/officeart/2008/layout/VerticalCurvedList"/>
    <dgm:cxn modelId="{A38F0D27-5590-46FC-B46D-FA4755B91EFC}" type="presParOf" srcId="{AB4EA71F-B109-41C5-A6D4-3C66DDAEF71C}" destId="{8C666CD3-68D3-4675-8E51-123F7F9EF6D2}" srcOrd="6" destOrd="0" presId="urn:microsoft.com/office/officeart/2008/layout/VerticalCurvedList"/>
    <dgm:cxn modelId="{C6EBD1C7-BDBC-415E-B73E-86E03BC43F1C}" type="presParOf" srcId="{8C666CD3-68D3-4675-8E51-123F7F9EF6D2}" destId="{FEBBB57F-57A7-4DD2-B20A-8704AF0713C0}" srcOrd="0" destOrd="0" presId="urn:microsoft.com/office/officeart/2008/layout/VerticalCurvedList"/>
    <dgm:cxn modelId="{7883F692-199E-4269-8206-C2BA984C3631}" type="presParOf" srcId="{AB4EA71F-B109-41C5-A6D4-3C66DDAEF71C}" destId="{B9387C9B-E93D-448C-B57D-C16088254931}" srcOrd="7" destOrd="0" presId="urn:microsoft.com/office/officeart/2008/layout/VerticalCurvedList"/>
    <dgm:cxn modelId="{12DD2FC6-DA31-4E89-9AD1-B821B3C7DE6C}" type="presParOf" srcId="{AB4EA71F-B109-41C5-A6D4-3C66DDAEF71C}" destId="{FA02A535-4042-4138-9F90-A5252F5650E8}" srcOrd="8" destOrd="0" presId="urn:microsoft.com/office/officeart/2008/layout/VerticalCurvedList"/>
    <dgm:cxn modelId="{58556EFB-4DF6-4C2C-BFBE-AEE9DE2D2FF1}" type="presParOf" srcId="{FA02A535-4042-4138-9F90-A5252F5650E8}" destId="{9CE5E5E4-13FF-4CF7-8093-20979C95EBD6}" srcOrd="0" destOrd="0" presId="urn:microsoft.com/office/officeart/2008/layout/VerticalCurvedList"/>
    <dgm:cxn modelId="{4B28F500-3ED3-442C-852A-D0A21E5B070F}" type="presParOf" srcId="{AB4EA71F-B109-41C5-A6D4-3C66DDAEF71C}" destId="{6BCD1673-A403-42E9-A45E-9112A0CD1810}" srcOrd="9" destOrd="0" presId="urn:microsoft.com/office/officeart/2008/layout/VerticalCurvedList"/>
    <dgm:cxn modelId="{46ADE274-755A-487A-B8B8-F2BD2C6893A7}" type="presParOf" srcId="{AB4EA71F-B109-41C5-A6D4-3C66DDAEF71C}" destId="{88A53E03-09C2-45B8-832E-15E310C69879}" srcOrd="10" destOrd="0" presId="urn:microsoft.com/office/officeart/2008/layout/VerticalCurvedList"/>
    <dgm:cxn modelId="{9F88475B-E273-4214-8C83-B06FF2B9017D}" type="presParOf" srcId="{88A53E03-09C2-45B8-832E-15E310C69879}" destId="{9AFFACDF-E934-4735-BC49-97379F1BCA3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Вкладка «Карта»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820B708-5991-4728-9253-663D0A7597ED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Отображение карты реальной местности с использованием </a:t>
          </a:r>
          <a:r>
            <a:rPr lang="ru-RU" sz="1600" i="1" dirty="0" smtClean="0">
              <a:latin typeface="+mj-lt"/>
            </a:rPr>
            <a:t>JS APY Яндекс Карт</a:t>
          </a:r>
          <a:endParaRPr lang="ru-RU" sz="1600" i="1" dirty="0">
            <a:latin typeface="+mj-lt"/>
          </a:endParaRPr>
        </a:p>
      </dgm:t>
    </dgm:pt>
    <dgm:pt modelId="{27EAC9E4-5A91-4479-AFC0-B4E9BB2594B0}" type="par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5C4EE9C-6DFE-4FAC-B275-F2CE8B7E3167}" type="sib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0EF90B9-B7AC-41F4-A8E4-2C416D7BC666}">
      <dgm:prSet phldrT="[Текст]" custT="1"/>
      <dgm:spPr/>
      <dgm:t>
        <a:bodyPr/>
        <a:lstStyle/>
        <a:p>
          <a:pPr algn="l"/>
          <a:r>
            <a:rPr lang="ru-RU" sz="1600" b="1" dirty="0" smtClean="0">
              <a:latin typeface="+mj-lt"/>
            </a:rPr>
            <a:t>«Рисовать полигон»</a:t>
          </a:r>
          <a:r>
            <a:rPr lang="ru-RU" sz="1600" dirty="0" smtClean="0">
              <a:latin typeface="+mj-lt"/>
            </a:rPr>
            <a:t>: рисование на карте области поиска через добавление вершин</a:t>
          </a:r>
          <a:endParaRPr lang="ru-RU" sz="1600" dirty="0">
            <a:latin typeface="+mj-lt"/>
          </a:endParaRPr>
        </a:p>
      </dgm:t>
    </dgm:pt>
    <dgm:pt modelId="{1DE56A76-4993-4887-8460-65FA8A5AA490}" type="par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3BC5514-881D-4F68-B769-8E8A73172FBF}" type="sib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725F31-9AD3-4C61-BEE1-BF9FE30A547F}">
      <dgm:prSet phldrT="[Текст]"/>
      <dgm:spPr/>
      <dgm:t>
        <a:bodyPr/>
        <a:lstStyle/>
        <a:p>
          <a:pPr algn="l"/>
          <a:r>
            <a:rPr lang="ru-RU" dirty="0" smtClean="0">
              <a:latin typeface="+mj-lt"/>
            </a:rPr>
            <a:t>Кнопки «</a:t>
          </a:r>
          <a:r>
            <a:rPr lang="ru-RU" b="1" dirty="0" smtClean="0">
              <a:latin typeface="+mj-lt"/>
            </a:rPr>
            <a:t>отменить</a:t>
          </a:r>
          <a:r>
            <a:rPr lang="ru-RU" dirty="0" smtClean="0">
              <a:latin typeface="+mj-lt"/>
            </a:rPr>
            <a:t>» и «</a:t>
          </a:r>
          <a:r>
            <a:rPr lang="ru-RU" b="1" dirty="0" smtClean="0">
              <a:latin typeface="+mj-lt"/>
            </a:rPr>
            <a:t>восстановить</a:t>
          </a:r>
          <a:r>
            <a:rPr lang="ru-RU" dirty="0" smtClean="0">
              <a:latin typeface="+mj-lt"/>
            </a:rPr>
            <a:t>» работают с историей команд создания и редактирования полигона</a:t>
          </a:r>
          <a:endParaRPr lang="ru-RU" dirty="0">
            <a:latin typeface="+mj-lt"/>
          </a:endParaRPr>
        </a:p>
      </dgm:t>
    </dgm:pt>
    <dgm:pt modelId="{1603C9B5-0DC1-4C05-B1B4-4E489196500F}" type="parTrans" cxnId="{926BF7DF-8C38-458C-97BB-3EBDFC39FD7D}">
      <dgm:prSet/>
      <dgm:spPr/>
      <dgm:t>
        <a:bodyPr/>
        <a:lstStyle/>
        <a:p>
          <a:endParaRPr lang="ru-RU"/>
        </a:p>
      </dgm:t>
    </dgm:pt>
    <dgm:pt modelId="{AAC5D74A-3EA6-40E9-AE06-3BC83B810F44}" type="sibTrans" cxnId="{926BF7DF-8C38-458C-97BB-3EBDFC39FD7D}">
      <dgm:prSet/>
      <dgm:spPr/>
      <dgm:t>
        <a:bodyPr/>
        <a:lstStyle/>
        <a:p>
          <a:endParaRPr lang="ru-RU"/>
        </a:p>
      </dgm:t>
    </dgm:pt>
    <dgm:pt modelId="{61CF21A6-9742-442A-90F2-294B7E271730}">
      <dgm:prSet phldrT="[Текст]"/>
      <dgm:spPr/>
      <dgm:t>
        <a:bodyPr/>
        <a:lstStyle/>
        <a:p>
          <a:pPr algn="l"/>
          <a:r>
            <a:rPr lang="ru-RU" dirty="0" smtClean="0">
              <a:latin typeface="+mj-lt"/>
            </a:rPr>
            <a:t>Кнопка «</a:t>
          </a:r>
          <a:r>
            <a:rPr lang="ru-RU" b="1" dirty="0" smtClean="0">
              <a:latin typeface="+mj-lt"/>
            </a:rPr>
            <a:t>удалить полигон</a:t>
          </a:r>
          <a:r>
            <a:rPr lang="ru-RU" dirty="0" smtClean="0">
              <a:latin typeface="+mj-lt"/>
            </a:rPr>
            <a:t>» полностью удаляет созданную область</a:t>
          </a:r>
          <a:endParaRPr lang="ru-RU" dirty="0">
            <a:latin typeface="+mj-lt"/>
          </a:endParaRPr>
        </a:p>
      </dgm:t>
    </dgm:pt>
    <dgm:pt modelId="{F2C57F0F-7FC8-4DBE-98FC-82196FBEEBEA}" type="parTrans" cxnId="{6BA7D849-91E7-4615-8B2F-024BE7E4356D}">
      <dgm:prSet/>
      <dgm:spPr/>
      <dgm:t>
        <a:bodyPr/>
        <a:lstStyle/>
        <a:p>
          <a:endParaRPr lang="ru-RU"/>
        </a:p>
      </dgm:t>
    </dgm:pt>
    <dgm:pt modelId="{B09E81C1-AFB7-445E-84D2-D6C4529A3A47}" type="sibTrans" cxnId="{6BA7D849-91E7-4615-8B2F-024BE7E4356D}">
      <dgm:prSet/>
      <dgm:spPr/>
      <dgm:t>
        <a:bodyPr/>
        <a:lstStyle/>
        <a:p>
          <a:endParaRPr lang="ru-RU"/>
        </a:p>
      </dgm:t>
    </dgm:pt>
    <dgm:pt modelId="{FD596EAD-5791-4489-9534-0C8D06D45B86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Режим «</a:t>
          </a:r>
          <a:r>
            <a:rPr lang="ru-RU" sz="1600" b="1" dirty="0" smtClean="0">
              <a:latin typeface="+mj-lt"/>
            </a:rPr>
            <a:t>курсор»</a:t>
          </a:r>
          <a:r>
            <a:rPr lang="ru-RU" sz="1600" dirty="0" smtClean="0">
              <a:latin typeface="+mj-lt"/>
            </a:rPr>
            <a:t> позволяет двигать и редактировать вершины и рёбра созданного полигона</a:t>
          </a:r>
          <a:endParaRPr lang="ru-RU" sz="1600" dirty="0">
            <a:latin typeface="+mj-lt"/>
          </a:endParaRPr>
        </a:p>
      </dgm:t>
    </dgm:pt>
    <dgm:pt modelId="{385135A1-769B-4F5A-811C-FF8765AFAA2C}" type="sib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80C2213-5E35-4A5E-A639-1985843B4620}" type="par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1" custScaleX="534523" custLinFactNeighborX="-7087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1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AF5077CE-5C10-43B0-B87C-CAD71B997BD6}" type="pres">
      <dgm:prSet presAssocID="{27EAC9E4-5A91-4479-AFC0-B4E9BB2594B0}" presName="Name13" presStyleLbl="parChTrans1D2" presStyleIdx="0" presStyleCnt="5"/>
      <dgm:spPr/>
      <dgm:t>
        <a:bodyPr/>
        <a:lstStyle/>
        <a:p>
          <a:endParaRPr lang="ru-RU"/>
        </a:p>
      </dgm:t>
    </dgm:pt>
    <dgm:pt modelId="{DA8A690F-E500-4DF0-9FDE-072145D073D2}" type="pres">
      <dgm:prSet presAssocID="{F820B708-5991-4728-9253-663D0A7597ED}" presName="childText" presStyleLbl="bgAcc1" presStyleIdx="0" presStyleCnt="5" custScaleX="556212" custScaleY="96819" custLinFactX="-10580" custLinFactNeighborX="-100000" custLinFactNeighborY="-16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7F6A05-7D7E-42CF-A025-783C256FF1A4}" type="pres">
      <dgm:prSet presAssocID="{1DE56A76-4993-4887-8460-65FA8A5AA490}" presName="Name13" presStyleLbl="parChTrans1D2" presStyleIdx="1" presStyleCnt="5"/>
      <dgm:spPr/>
      <dgm:t>
        <a:bodyPr/>
        <a:lstStyle/>
        <a:p>
          <a:endParaRPr lang="ru-RU"/>
        </a:p>
      </dgm:t>
    </dgm:pt>
    <dgm:pt modelId="{997AEA4A-0E44-40E5-A385-7D114752559D}" type="pres">
      <dgm:prSet presAssocID="{B0EF90B9-B7AC-41F4-A8E4-2C416D7BC666}" presName="childText" presStyleLbl="bgAcc1" presStyleIdx="1" presStyleCnt="5" custScaleX="556212" custScaleY="104193" custLinFactX="-10580" custLinFactNeighborX="-100000" custLinFactNeighborY="-40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CDF554-0152-4C23-811D-A6805B9A61D1}" type="pres">
      <dgm:prSet presAssocID="{F80C2213-5E35-4A5E-A639-1985843B4620}" presName="Name13" presStyleLbl="parChTrans1D2" presStyleIdx="2" presStyleCnt="5"/>
      <dgm:spPr/>
      <dgm:t>
        <a:bodyPr/>
        <a:lstStyle/>
        <a:p>
          <a:endParaRPr lang="ru-RU"/>
        </a:p>
      </dgm:t>
    </dgm:pt>
    <dgm:pt modelId="{B20D87AF-4F2B-4280-BC55-B6F24CE01CDA}" type="pres">
      <dgm:prSet presAssocID="{FD596EAD-5791-4489-9534-0C8D06D45B86}" presName="childText" presStyleLbl="bgAcc1" presStyleIdx="2" presStyleCnt="5" custScaleX="556212" custScaleY="104193" custLinFactX="-10580" custLinFactNeighborX="-100000" custLinFactNeighborY="1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4F1CAC-D3BF-4951-ACB6-92E2EA295FE9}" type="pres">
      <dgm:prSet presAssocID="{1603C9B5-0DC1-4C05-B1B4-4E489196500F}" presName="Name13" presStyleLbl="parChTrans1D2" presStyleIdx="3" presStyleCnt="5"/>
      <dgm:spPr/>
      <dgm:t>
        <a:bodyPr/>
        <a:lstStyle/>
        <a:p>
          <a:endParaRPr lang="ru-RU"/>
        </a:p>
      </dgm:t>
    </dgm:pt>
    <dgm:pt modelId="{8F725618-161E-4D31-A831-7E0237EAAD42}" type="pres">
      <dgm:prSet presAssocID="{39725F31-9AD3-4C61-BEE1-BF9FE30A547F}" presName="childText" presStyleLbl="bgAcc1" presStyleIdx="3" presStyleCnt="5" custScaleX="556212" custScaleY="104193" custLinFactX="-10580" custLinFactNeighborX="-100000" custLinFactNeighborY="1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6F572CF-9B20-4230-B3F7-B98BC7C408E2}" type="pres">
      <dgm:prSet presAssocID="{F2C57F0F-7FC8-4DBE-98FC-82196FBEEBEA}" presName="Name13" presStyleLbl="parChTrans1D2" presStyleIdx="4" presStyleCnt="5"/>
      <dgm:spPr/>
      <dgm:t>
        <a:bodyPr/>
        <a:lstStyle/>
        <a:p>
          <a:endParaRPr lang="ru-RU"/>
        </a:p>
      </dgm:t>
    </dgm:pt>
    <dgm:pt modelId="{47A3A3A7-D6F1-4009-8937-E003DD425D8B}" type="pres">
      <dgm:prSet presAssocID="{61CF21A6-9742-442A-90F2-294B7E271730}" presName="childText" presStyleLbl="bgAcc1" presStyleIdx="4" presStyleCnt="5" custScaleX="556212" custScaleY="104193" custLinFactX="-10580" custLinFactNeighborX="-100000" custLinFactNeighborY="1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2457FA5-9E0D-4576-A69E-436F53B032D6}" type="presOf" srcId="{B0EF90B9-B7AC-41F4-A8E4-2C416D7BC666}" destId="{997AEA4A-0E44-40E5-A385-7D114752559D}" srcOrd="0" destOrd="0" presId="urn:microsoft.com/office/officeart/2005/8/layout/hierarchy3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8F9D7BD4-4B42-43FD-A9F2-2BC1DB8E9847}" type="presOf" srcId="{39725F31-9AD3-4C61-BEE1-BF9FE30A547F}" destId="{8F725618-161E-4D31-A831-7E0237EAAD42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6BA7D849-91E7-4615-8B2F-024BE7E4356D}" srcId="{1541EFDC-C611-4AC2-A1FD-56152CDEF0F8}" destId="{61CF21A6-9742-442A-90F2-294B7E271730}" srcOrd="4" destOrd="0" parTransId="{F2C57F0F-7FC8-4DBE-98FC-82196FBEEBEA}" sibTransId="{B09E81C1-AFB7-445E-84D2-D6C4529A3A47}"/>
    <dgm:cxn modelId="{9D1AAF8A-21B7-4B7C-9D46-DA1153618683}" type="presOf" srcId="{F820B708-5991-4728-9253-663D0A7597ED}" destId="{DA8A690F-E500-4DF0-9FDE-072145D073D2}" srcOrd="0" destOrd="0" presId="urn:microsoft.com/office/officeart/2005/8/layout/hierarchy3"/>
    <dgm:cxn modelId="{F0B764C6-2FCE-463D-9FC6-673FF7CD4624}" type="presOf" srcId="{F80C2213-5E35-4A5E-A639-1985843B4620}" destId="{6BCDF554-0152-4C23-811D-A6805B9A61D1}" srcOrd="0" destOrd="0" presId="urn:microsoft.com/office/officeart/2005/8/layout/hierarchy3"/>
    <dgm:cxn modelId="{0687B288-DA8A-4CCC-ABF0-16104631F48F}" type="presOf" srcId="{FD596EAD-5791-4489-9534-0C8D06D45B86}" destId="{B20D87AF-4F2B-4280-BC55-B6F24CE01CDA}" srcOrd="0" destOrd="0" presId="urn:microsoft.com/office/officeart/2005/8/layout/hierarchy3"/>
    <dgm:cxn modelId="{36F8DE49-168A-470D-A3E5-9A27980089DB}" type="presOf" srcId="{27EAC9E4-5A91-4479-AFC0-B4E9BB2594B0}" destId="{AF5077CE-5C10-43B0-B87C-CAD71B997BD6}" srcOrd="0" destOrd="0" presId="urn:microsoft.com/office/officeart/2005/8/layout/hierarchy3"/>
    <dgm:cxn modelId="{839CC5BF-0EB4-4AE5-B326-AFE0F70DCB23}" type="presOf" srcId="{61CF21A6-9742-442A-90F2-294B7E271730}" destId="{47A3A3A7-D6F1-4009-8937-E003DD425D8B}" srcOrd="0" destOrd="0" presId="urn:microsoft.com/office/officeart/2005/8/layout/hierarchy3"/>
    <dgm:cxn modelId="{387C3E33-8339-4EBB-AA8B-A87A1532EA3F}" type="presOf" srcId="{1DE56A76-4993-4887-8460-65FA8A5AA490}" destId="{E97F6A05-7D7E-42CF-A025-783C256FF1A4}" srcOrd="0" destOrd="0" presId="urn:microsoft.com/office/officeart/2005/8/layout/hierarchy3"/>
    <dgm:cxn modelId="{603FAB10-98CA-4A39-91B6-AAEC696EE163}" type="presOf" srcId="{1603C9B5-0DC1-4C05-B1B4-4E489196500F}" destId="{D54F1CAC-D3BF-4951-ACB6-92E2EA295FE9}" srcOrd="0" destOrd="0" presId="urn:microsoft.com/office/officeart/2005/8/layout/hierarchy3"/>
    <dgm:cxn modelId="{926BF7DF-8C38-458C-97BB-3EBDFC39FD7D}" srcId="{1541EFDC-C611-4AC2-A1FD-56152CDEF0F8}" destId="{39725F31-9AD3-4C61-BEE1-BF9FE30A547F}" srcOrd="3" destOrd="0" parTransId="{1603C9B5-0DC1-4C05-B1B4-4E489196500F}" sibTransId="{AAC5D74A-3EA6-40E9-AE06-3BC83B810F44}"/>
    <dgm:cxn modelId="{24E3209B-1201-434C-A08B-57801DFDE7B3}" type="presOf" srcId="{F2C57F0F-7FC8-4DBE-98FC-82196FBEEBEA}" destId="{A6F572CF-9B20-4230-B3F7-B98BC7C408E2}" srcOrd="0" destOrd="0" presId="urn:microsoft.com/office/officeart/2005/8/layout/hierarchy3"/>
    <dgm:cxn modelId="{64DF5438-1D1C-4814-95AD-CA150E3365B7}" srcId="{1541EFDC-C611-4AC2-A1FD-56152CDEF0F8}" destId="{B0EF90B9-B7AC-41F4-A8E4-2C416D7BC666}" srcOrd="1" destOrd="0" parTransId="{1DE56A76-4993-4887-8460-65FA8A5AA490}" sibTransId="{63BC5514-881D-4F68-B769-8E8A73172FBF}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B8CDA9C8-D4B1-4130-BBA0-C60BF4C20921}" srcId="{1541EFDC-C611-4AC2-A1FD-56152CDEF0F8}" destId="{F820B708-5991-4728-9253-663D0A7597ED}" srcOrd="0" destOrd="0" parTransId="{27EAC9E4-5A91-4479-AFC0-B4E9BB2594B0}" sibTransId="{85C4EE9C-6DFE-4FAC-B275-F2CE8B7E3167}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4EC66674-117A-4B81-B8DE-C9159D842F02}" srcId="{1541EFDC-C611-4AC2-A1FD-56152CDEF0F8}" destId="{FD596EAD-5791-4489-9534-0C8D06D45B86}" srcOrd="2" destOrd="0" parTransId="{F80C2213-5E35-4A5E-A639-1985843B4620}" sibTransId="{385135A1-769B-4F5A-811C-FF8765AFAA2C}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440DE857-F90F-4310-BE5C-671BA0DF4DC4}" type="presParOf" srcId="{DE29907D-B02C-4DC8-AB35-A32FAB9C50C8}" destId="{AF5077CE-5C10-43B0-B87C-CAD71B997BD6}" srcOrd="0" destOrd="0" presId="urn:microsoft.com/office/officeart/2005/8/layout/hierarchy3"/>
    <dgm:cxn modelId="{3AB5118B-3C0C-491D-A5DE-A0776249AF51}" type="presParOf" srcId="{DE29907D-B02C-4DC8-AB35-A32FAB9C50C8}" destId="{DA8A690F-E500-4DF0-9FDE-072145D073D2}" srcOrd="1" destOrd="0" presId="urn:microsoft.com/office/officeart/2005/8/layout/hierarchy3"/>
    <dgm:cxn modelId="{D967D470-114E-40B0-9311-C05BD9FBC0DE}" type="presParOf" srcId="{DE29907D-B02C-4DC8-AB35-A32FAB9C50C8}" destId="{E97F6A05-7D7E-42CF-A025-783C256FF1A4}" srcOrd="2" destOrd="0" presId="urn:microsoft.com/office/officeart/2005/8/layout/hierarchy3"/>
    <dgm:cxn modelId="{49A693EF-5ADF-4433-8D22-16FE7EA8F624}" type="presParOf" srcId="{DE29907D-B02C-4DC8-AB35-A32FAB9C50C8}" destId="{997AEA4A-0E44-40E5-A385-7D114752559D}" srcOrd="3" destOrd="0" presId="urn:microsoft.com/office/officeart/2005/8/layout/hierarchy3"/>
    <dgm:cxn modelId="{6DE7CC04-1656-4586-8F67-3C5A9410AF41}" type="presParOf" srcId="{DE29907D-B02C-4DC8-AB35-A32FAB9C50C8}" destId="{6BCDF554-0152-4C23-811D-A6805B9A61D1}" srcOrd="4" destOrd="0" presId="urn:microsoft.com/office/officeart/2005/8/layout/hierarchy3"/>
    <dgm:cxn modelId="{33A6C25D-4B68-4059-AD8C-41C558FEB328}" type="presParOf" srcId="{DE29907D-B02C-4DC8-AB35-A32FAB9C50C8}" destId="{B20D87AF-4F2B-4280-BC55-B6F24CE01CDA}" srcOrd="5" destOrd="0" presId="urn:microsoft.com/office/officeart/2005/8/layout/hierarchy3"/>
    <dgm:cxn modelId="{76680C67-FC6B-4535-A65C-DC079C237FA9}" type="presParOf" srcId="{DE29907D-B02C-4DC8-AB35-A32FAB9C50C8}" destId="{D54F1CAC-D3BF-4951-ACB6-92E2EA295FE9}" srcOrd="6" destOrd="0" presId="urn:microsoft.com/office/officeart/2005/8/layout/hierarchy3"/>
    <dgm:cxn modelId="{D3730266-51C6-415A-9BF1-184FBFB622C3}" type="presParOf" srcId="{DE29907D-B02C-4DC8-AB35-A32FAB9C50C8}" destId="{8F725618-161E-4D31-A831-7E0237EAAD42}" srcOrd="7" destOrd="0" presId="urn:microsoft.com/office/officeart/2005/8/layout/hierarchy3"/>
    <dgm:cxn modelId="{5CE10E50-62C5-44D1-BC9E-F72B504EED1E}" type="presParOf" srcId="{DE29907D-B02C-4DC8-AB35-A32FAB9C50C8}" destId="{A6F572CF-9B20-4230-B3F7-B98BC7C408E2}" srcOrd="8" destOrd="0" presId="urn:microsoft.com/office/officeart/2005/8/layout/hierarchy3"/>
    <dgm:cxn modelId="{3E55A7EB-D658-42B8-91D9-0E90C731D2EE}" type="presParOf" srcId="{DE29907D-B02C-4DC8-AB35-A32FAB9C50C8}" destId="{47A3A3A7-D6F1-4009-8937-E003DD425D8B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Вкладка «Робот»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820B708-5991-4728-9253-663D0A7597ED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Просмотр доступных устройств и подключение к роботу для дальнейшей работы</a:t>
          </a:r>
          <a:endParaRPr lang="ru-RU" sz="1600" i="1" dirty="0">
            <a:latin typeface="+mj-lt"/>
          </a:endParaRPr>
        </a:p>
      </dgm:t>
    </dgm:pt>
    <dgm:pt modelId="{27EAC9E4-5A91-4479-AFC0-B4E9BB2594B0}" type="par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5C4EE9C-6DFE-4FAC-B275-F2CE8B7E3167}" type="sib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1" custScaleX="534523" custLinFactNeighborX="-7087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1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AF5077CE-5C10-43B0-B87C-CAD71B997BD6}" type="pres">
      <dgm:prSet presAssocID="{27EAC9E4-5A91-4479-AFC0-B4E9BB2594B0}" presName="Name13" presStyleLbl="parChTrans1D2" presStyleIdx="0" presStyleCnt="1"/>
      <dgm:spPr/>
      <dgm:t>
        <a:bodyPr/>
        <a:lstStyle/>
        <a:p>
          <a:endParaRPr lang="ru-RU"/>
        </a:p>
      </dgm:t>
    </dgm:pt>
    <dgm:pt modelId="{DA8A690F-E500-4DF0-9FDE-072145D073D2}" type="pres">
      <dgm:prSet presAssocID="{F820B708-5991-4728-9253-663D0A7597ED}" presName="childText" presStyleLbl="bgAcc1" presStyleIdx="0" presStyleCnt="1" custScaleX="556212" custScaleY="96819" custLinFactNeighborX="-36210" custLinFactNeighborY="60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9D1AAF8A-21B7-4B7C-9D46-DA1153618683}" type="presOf" srcId="{F820B708-5991-4728-9253-663D0A7597ED}" destId="{DA8A690F-E500-4DF0-9FDE-072145D073D2}" srcOrd="0" destOrd="0" presId="urn:microsoft.com/office/officeart/2005/8/layout/hierarchy3"/>
    <dgm:cxn modelId="{36F8DE49-168A-470D-A3E5-9A27980089DB}" type="presOf" srcId="{27EAC9E4-5A91-4479-AFC0-B4E9BB2594B0}" destId="{AF5077CE-5C10-43B0-B87C-CAD71B997BD6}" srcOrd="0" destOrd="0" presId="urn:microsoft.com/office/officeart/2005/8/layout/hierarchy3"/>
    <dgm:cxn modelId="{B8CDA9C8-D4B1-4130-BBA0-C60BF4C20921}" srcId="{1541EFDC-C611-4AC2-A1FD-56152CDEF0F8}" destId="{F820B708-5991-4728-9253-663D0A7597ED}" srcOrd="0" destOrd="0" parTransId="{27EAC9E4-5A91-4479-AFC0-B4E9BB2594B0}" sibTransId="{85C4EE9C-6DFE-4FAC-B275-F2CE8B7E3167}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440DE857-F90F-4310-BE5C-671BA0DF4DC4}" type="presParOf" srcId="{DE29907D-B02C-4DC8-AB35-A32FAB9C50C8}" destId="{AF5077CE-5C10-43B0-B87C-CAD71B997BD6}" srcOrd="0" destOrd="0" presId="urn:microsoft.com/office/officeart/2005/8/layout/hierarchy3"/>
    <dgm:cxn modelId="{3AB5118B-3C0C-491D-A5DE-A0776249AF51}" type="presParOf" srcId="{DE29907D-B02C-4DC8-AB35-A32FAB9C50C8}" destId="{DA8A690F-E500-4DF0-9FDE-072145D073D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Окно работы с выбранным роботом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820B708-5991-4728-9253-663D0A7597ED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Просмотр информации о роботе</a:t>
          </a:r>
          <a:endParaRPr lang="ru-RU" sz="1600" i="1" dirty="0">
            <a:latin typeface="+mj-lt"/>
          </a:endParaRPr>
        </a:p>
      </dgm:t>
    </dgm:pt>
    <dgm:pt modelId="{27EAC9E4-5A91-4479-AFC0-B4E9BB2594B0}" type="par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5C4EE9C-6DFE-4FAC-B275-F2CE8B7E3167}" type="sibTrans" cxnId="{B8CDA9C8-D4B1-4130-BBA0-C60BF4C2092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D596EAD-5791-4489-9534-0C8D06D45B86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«</a:t>
          </a:r>
          <a:r>
            <a:rPr lang="ru-RU" sz="1600" b="1" dirty="0" smtClean="0">
              <a:latin typeface="+mj-lt"/>
            </a:rPr>
            <a:t>Получить данные»:</a:t>
          </a:r>
          <a:r>
            <a:rPr lang="ru-RU" sz="1600" dirty="0" smtClean="0">
              <a:latin typeface="+mj-lt"/>
            </a:rPr>
            <a:t> загрузка в приложение найденных мест и отображение их на карте </a:t>
          </a:r>
          <a:endParaRPr lang="ru-RU" sz="1600" dirty="0">
            <a:latin typeface="+mj-lt"/>
          </a:endParaRPr>
        </a:p>
      </dgm:t>
    </dgm:pt>
    <dgm:pt modelId="{F80C2213-5E35-4A5E-A639-1985843B4620}" type="par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85135A1-769B-4F5A-811C-FF8765AFAA2C}" type="sibTrans" cxnId="{4EC66674-117A-4B81-B8DE-C9159D842F0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725F31-9AD3-4C61-BEE1-BF9FE30A547F}">
      <dgm:prSet phldrT="[Текст]" custT="1"/>
      <dgm:spPr/>
      <dgm:t>
        <a:bodyPr/>
        <a:lstStyle/>
        <a:p>
          <a:pPr algn="l"/>
          <a:r>
            <a:rPr lang="ru-RU" sz="1600" dirty="0" smtClean="0">
              <a:latin typeface="+mj-lt"/>
            </a:rPr>
            <a:t>«</a:t>
          </a:r>
          <a:r>
            <a:rPr lang="ru-RU" sz="1600" b="1" dirty="0" smtClean="0">
              <a:latin typeface="+mj-lt"/>
            </a:rPr>
            <a:t>Загрузить карту</a:t>
          </a:r>
          <a:r>
            <a:rPr lang="ru-RU" sz="1600" dirty="0" smtClean="0">
              <a:latin typeface="+mj-lt"/>
            </a:rPr>
            <a:t>»: загрузить область поиска (откроется новое диалоговое окно для выбора карты)</a:t>
          </a:r>
          <a:endParaRPr lang="ru-RU" sz="1600" dirty="0">
            <a:latin typeface="+mj-lt"/>
          </a:endParaRPr>
        </a:p>
      </dgm:t>
    </dgm:pt>
    <dgm:pt modelId="{1603C9B5-0DC1-4C05-B1B4-4E489196500F}" type="parTrans" cxnId="{926BF7DF-8C38-458C-97BB-3EBDFC39FD7D}">
      <dgm:prSet/>
      <dgm:spPr/>
      <dgm:t>
        <a:bodyPr/>
        <a:lstStyle/>
        <a:p>
          <a:endParaRPr lang="ru-RU"/>
        </a:p>
      </dgm:t>
    </dgm:pt>
    <dgm:pt modelId="{AAC5D74A-3EA6-40E9-AE06-3BC83B810F44}" type="sibTrans" cxnId="{926BF7DF-8C38-458C-97BB-3EBDFC39FD7D}">
      <dgm:prSet/>
      <dgm:spPr/>
      <dgm:t>
        <a:bodyPr/>
        <a:lstStyle/>
        <a:p>
          <a:endParaRPr lang="ru-RU"/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1" custScaleX="479421" custScaleY="107309" custLinFactNeighborX="6862" custLinFactNeighborY="-8454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1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AF5077CE-5C10-43B0-B87C-CAD71B997BD6}" type="pres">
      <dgm:prSet presAssocID="{27EAC9E4-5A91-4479-AFC0-B4E9BB2594B0}" presName="Name13" presStyleLbl="parChTrans1D2" presStyleIdx="0" presStyleCnt="3"/>
      <dgm:spPr/>
      <dgm:t>
        <a:bodyPr/>
        <a:lstStyle/>
        <a:p>
          <a:endParaRPr lang="ru-RU"/>
        </a:p>
      </dgm:t>
    </dgm:pt>
    <dgm:pt modelId="{DA8A690F-E500-4DF0-9FDE-072145D073D2}" type="pres">
      <dgm:prSet presAssocID="{F820B708-5991-4728-9253-663D0A7597ED}" presName="childText" presStyleLbl="bgAcc1" presStyleIdx="0" presStyleCnt="3" custScaleX="556212" custScaleY="96819" custLinFactNeighborX="-42040" custLinFactNeighborY="-50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CDF554-0152-4C23-811D-A6805B9A61D1}" type="pres">
      <dgm:prSet presAssocID="{F80C2213-5E35-4A5E-A639-1985843B4620}" presName="Name13" presStyleLbl="parChTrans1D2" presStyleIdx="1" presStyleCnt="3"/>
      <dgm:spPr/>
      <dgm:t>
        <a:bodyPr/>
        <a:lstStyle/>
        <a:p>
          <a:endParaRPr lang="ru-RU"/>
        </a:p>
      </dgm:t>
    </dgm:pt>
    <dgm:pt modelId="{B20D87AF-4F2B-4280-BC55-B6F24CE01CDA}" type="pres">
      <dgm:prSet presAssocID="{FD596EAD-5791-4489-9534-0C8D06D45B86}" presName="childText" presStyleLbl="bgAcc1" presStyleIdx="1" presStyleCnt="3" custScaleX="556212" custScaleY="104193" custLinFactNeighborX="-42040" custLinFactNeighborY="12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4F1CAC-D3BF-4951-ACB6-92E2EA295FE9}" type="pres">
      <dgm:prSet presAssocID="{1603C9B5-0DC1-4C05-B1B4-4E489196500F}" presName="Name13" presStyleLbl="parChTrans1D2" presStyleIdx="2" presStyleCnt="3"/>
      <dgm:spPr/>
      <dgm:t>
        <a:bodyPr/>
        <a:lstStyle/>
        <a:p>
          <a:endParaRPr lang="ru-RU"/>
        </a:p>
      </dgm:t>
    </dgm:pt>
    <dgm:pt modelId="{8F725618-161E-4D31-A831-7E0237EAAD42}" type="pres">
      <dgm:prSet presAssocID="{39725F31-9AD3-4C61-BEE1-BF9FE30A547F}" presName="childText" presStyleLbl="bgAcc1" presStyleIdx="2" presStyleCnt="3" custScaleX="556212" custScaleY="104193" custLinFactNeighborX="-42040" custLinFactNeighborY="16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8F9D7BD4-4B42-43FD-A9F2-2BC1DB8E9847}" type="presOf" srcId="{39725F31-9AD3-4C61-BEE1-BF9FE30A547F}" destId="{8F725618-161E-4D31-A831-7E0237EAAD42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9D1AAF8A-21B7-4B7C-9D46-DA1153618683}" type="presOf" srcId="{F820B708-5991-4728-9253-663D0A7597ED}" destId="{DA8A690F-E500-4DF0-9FDE-072145D073D2}" srcOrd="0" destOrd="0" presId="urn:microsoft.com/office/officeart/2005/8/layout/hierarchy3"/>
    <dgm:cxn modelId="{0687B288-DA8A-4CCC-ABF0-16104631F48F}" type="presOf" srcId="{FD596EAD-5791-4489-9534-0C8D06D45B86}" destId="{B20D87AF-4F2B-4280-BC55-B6F24CE01CDA}" srcOrd="0" destOrd="0" presId="urn:microsoft.com/office/officeart/2005/8/layout/hierarchy3"/>
    <dgm:cxn modelId="{F0B764C6-2FCE-463D-9FC6-673FF7CD4624}" type="presOf" srcId="{F80C2213-5E35-4A5E-A639-1985843B4620}" destId="{6BCDF554-0152-4C23-811D-A6805B9A61D1}" srcOrd="0" destOrd="0" presId="urn:microsoft.com/office/officeart/2005/8/layout/hierarchy3"/>
    <dgm:cxn modelId="{36F8DE49-168A-470D-A3E5-9A27980089DB}" type="presOf" srcId="{27EAC9E4-5A91-4479-AFC0-B4E9BB2594B0}" destId="{AF5077CE-5C10-43B0-B87C-CAD71B997BD6}" srcOrd="0" destOrd="0" presId="urn:microsoft.com/office/officeart/2005/8/layout/hierarchy3"/>
    <dgm:cxn modelId="{603FAB10-98CA-4A39-91B6-AAEC696EE163}" type="presOf" srcId="{1603C9B5-0DC1-4C05-B1B4-4E489196500F}" destId="{D54F1CAC-D3BF-4951-ACB6-92E2EA295FE9}" srcOrd="0" destOrd="0" presId="urn:microsoft.com/office/officeart/2005/8/layout/hierarchy3"/>
    <dgm:cxn modelId="{926BF7DF-8C38-458C-97BB-3EBDFC39FD7D}" srcId="{1541EFDC-C611-4AC2-A1FD-56152CDEF0F8}" destId="{39725F31-9AD3-4C61-BEE1-BF9FE30A547F}" srcOrd="2" destOrd="0" parTransId="{1603C9B5-0DC1-4C05-B1B4-4E489196500F}" sibTransId="{AAC5D74A-3EA6-40E9-AE06-3BC83B810F44}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B8CDA9C8-D4B1-4130-BBA0-C60BF4C20921}" srcId="{1541EFDC-C611-4AC2-A1FD-56152CDEF0F8}" destId="{F820B708-5991-4728-9253-663D0A7597ED}" srcOrd="0" destOrd="0" parTransId="{27EAC9E4-5A91-4479-AFC0-B4E9BB2594B0}" sibTransId="{85C4EE9C-6DFE-4FAC-B275-F2CE8B7E3167}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4EC66674-117A-4B81-B8DE-C9159D842F02}" srcId="{1541EFDC-C611-4AC2-A1FD-56152CDEF0F8}" destId="{FD596EAD-5791-4489-9534-0C8D06D45B86}" srcOrd="1" destOrd="0" parTransId="{F80C2213-5E35-4A5E-A639-1985843B4620}" sibTransId="{385135A1-769B-4F5A-811C-FF8765AFAA2C}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440DE857-F90F-4310-BE5C-671BA0DF4DC4}" type="presParOf" srcId="{DE29907D-B02C-4DC8-AB35-A32FAB9C50C8}" destId="{AF5077CE-5C10-43B0-B87C-CAD71B997BD6}" srcOrd="0" destOrd="0" presId="urn:microsoft.com/office/officeart/2005/8/layout/hierarchy3"/>
    <dgm:cxn modelId="{3AB5118B-3C0C-491D-A5DE-A0776249AF51}" type="presParOf" srcId="{DE29907D-B02C-4DC8-AB35-A32FAB9C50C8}" destId="{DA8A690F-E500-4DF0-9FDE-072145D073D2}" srcOrd="1" destOrd="0" presId="urn:microsoft.com/office/officeart/2005/8/layout/hierarchy3"/>
    <dgm:cxn modelId="{6DE7CC04-1656-4586-8F67-3C5A9410AF41}" type="presParOf" srcId="{DE29907D-B02C-4DC8-AB35-A32FAB9C50C8}" destId="{6BCDF554-0152-4C23-811D-A6805B9A61D1}" srcOrd="2" destOrd="0" presId="urn:microsoft.com/office/officeart/2005/8/layout/hierarchy3"/>
    <dgm:cxn modelId="{33A6C25D-4B68-4059-AD8C-41C558FEB328}" type="presParOf" srcId="{DE29907D-B02C-4DC8-AB35-A32FAB9C50C8}" destId="{B20D87AF-4F2B-4280-BC55-B6F24CE01CDA}" srcOrd="3" destOrd="0" presId="urn:microsoft.com/office/officeart/2005/8/layout/hierarchy3"/>
    <dgm:cxn modelId="{76680C67-FC6B-4535-A65C-DC079C237FA9}" type="presParOf" srcId="{DE29907D-B02C-4DC8-AB35-A32FAB9C50C8}" destId="{D54F1CAC-D3BF-4951-ACB6-92E2EA295FE9}" srcOrd="4" destOrd="0" presId="urn:microsoft.com/office/officeart/2005/8/layout/hierarchy3"/>
    <dgm:cxn modelId="{D3730266-51C6-415A-9BF1-184FBFB622C3}" type="presParOf" srcId="{DE29907D-B02C-4DC8-AB35-A32FAB9C50C8}" destId="{8F725618-161E-4D31-A831-7E0237EAAD42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BAAE81-7E69-4AE2-B4B2-47511EA554A0}" type="doc">
      <dgm:prSet loTypeId="urn:microsoft.com/office/officeart/2005/8/layout/hierarchy3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1EFDC-C611-4AC2-A1FD-56152CDEF0F8}">
      <dgm:prSet phldrT="[Текст]"/>
      <dgm:spPr/>
      <dgm:t>
        <a:bodyPr/>
        <a:lstStyle/>
        <a:p>
          <a:r>
            <a:rPr lang="ru-RU" dirty="0" smtClean="0">
              <a:solidFill>
                <a:schemeClr val="bg1"/>
              </a:solidFill>
              <a:latin typeface="+mj-lt"/>
            </a:rPr>
            <a:t>Раздел «Файл»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8B0DF067-769D-4CC8-8423-3739B10A62D9}" type="par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BB71E48-6B30-4A1D-8EF9-A2791E953CCA}" type="sibTrans" cxnId="{66C77582-992E-4612-89D3-CAAF08E2D92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608BFA7-546A-4CF3-8009-3600A672D044}">
      <dgm:prSet phldrT="[Текст]"/>
      <dgm:spPr/>
      <dgm:t>
        <a:bodyPr/>
        <a:lstStyle/>
        <a:p>
          <a:r>
            <a:rPr lang="ru-RU" dirty="0" smtClean="0">
              <a:latin typeface="+mj-lt"/>
            </a:rPr>
            <a:t>Раздел «О программе»</a:t>
          </a:r>
          <a:endParaRPr lang="ru-RU" dirty="0">
            <a:solidFill>
              <a:schemeClr val="bg1"/>
            </a:solidFill>
            <a:latin typeface="+mj-lt"/>
          </a:endParaRPr>
        </a:p>
      </dgm:t>
    </dgm:pt>
    <dgm:pt modelId="{9D4E72F0-76A6-48A7-9FCA-4491CBECE334}" type="par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6C8332-91F9-420D-B511-C3A9CA02F970}" type="sibTrans" cxnId="{68E6418B-2216-425F-8546-B8B27D86FD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0EF90B9-B7AC-41F4-A8E4-2C416D7BC666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Предназначен для открытия/сохранения области поиска</a:t>
          </a:r>
        </a:p>
      </dgm:t>
    </dgm:pt>
    <dgm:pt modelId="{1DE56A76-4993-4887-8460-65FA8A5AA490}" type="par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3BC5514-881D-4F68-B769-8E8A73172FBF}" type="sibTrans" cxnId="{64DF5438-1D1C-4814-95AD-CA150E3365B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E0DFAAC-5A62-4ED8-B612-3AA5DC383093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Имеет подменю: Открыть, Сохранить, Сохранить как и Загрузить в робота</a:t>
          </a:r>
          <a:endParaRPr lang="ru-RU" sz="1800" dirty="0">
            <a:latin typeface="+mj-lt"/>
          </a:endParaRPr>
        </a:p>
      </dgm:t>
    </dgm:pt>
    <dgm:pt modelId="{83C34117-5989-4AB6-9190-294A6E7CAFE6}" type="parTrans" cxnId="{819A2D45-8D97-4FD4-97A0-91D248AB135D}">
      <dgm:prSet/>
      <dgm:spPr/>
      <dgm:t>
        <a:bodyPr/>
        <a:lstStyle/>
        <a:p>
          <a:endParaRPr lang="ru-RU"/>
        </a:p>
      </dgm:t>
    </dgm:pt>
    <dgm:pt modelId="{7F513EC4-F831-48AD-B7D9-51BFDCA8999E}" type="sibTrans" cxnId="{819A2D45-8D97-4FD4-97A0-91D248AB135D}">
      <dgm:prSet/>
      <dgm:spPr/>
      <dgm:t>
        <a:bodyPr/>
        <a:lstStyle/>
        <a:p>
          <a:endParaRPr lang="ru-RU"/>
        </a:p>
      </dgm:t>
    </dgm:pt>
    <dgm:pt modelId="{7722B5AD-B946-4ED0-BA15-3D792EC09303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Содержит подменю: </a:t>
          </a:r>
          <a:r>
            <a:rPr lang="ru-RU" sz="1800" i="1" dirty="0" err="1" smtClean="0">
              <a:latin typeface="+mj-lt"/>
            </a:rPr>
            <a:t>GitHub</a:t>
          </a:r>
          <a:r>
            <a:rPr lang="ru-RU" sz="1800" dirty="0" smtClean="0">
              <a:latin typeface="+mj-lt"/>
            </a:rPr>
            <a:t>, </a:t>
          </a:r>
          <a:r>
            <a:rPr lang="ru-RU" sz="1800" i="1" dirty="0" err="1" smtClean="0">
              <a:latin typeface="+mj-lt"/>
            </a:rPr>
            <a:t>Yandex</a:t>
          </a:r>
          <a:r>
            <a:rPr lang="ru-RU" sz="1800" i="1" dirty="0" smtClean="0">
              <a:latin typeface="+mj-lt"/>
            </a:rPr>
            <a:t> </a:t>
          </a:r>
          <a:r>
            <a:rPr lang="ru-RU" sz="1800" i="1" dirty="0" err="1" smtClean="0">
              <a:latin typeface="+mj-lt"/>
            </a:rPr>
            <a:t>Map</a:t>
          </a:r>
          <a:r>
            <a:rPr lang="ru-RU" sz="1800" i="1" dirty="0" smtClean="0">
              <a:latin typeface="+mj-lt"/>
            </a:rPr>
            <a:t> API</a:t>
          </a:r>
          <a:r>
            <a:rPr lang="ru-RU" sz="1800" dirty="0" smtClean="0">
              <a:latin typeface="+mj-lt"/>
            </a:rPr>
            <a:t> и др.</a:t>
          </a:r>
          <a:endParaRPr lang="ru-RU" sz="1800" dirty="0">
            <a:latin typeface="+mj-lt"/>
          </a:endParaRPr>
        </a:p>
      </dgm:t>
    </dgm:pt>
    <dgm:pt modelId="{ACC3B016-9AAE-4C02-991B-253EFCE7337D}" type="sib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FDACBEE-4D40-45CC-8127-242B04675DB1}" type="parTrans" cxnId="{D6D79C96-27B3-4940-B514-009D01ED28B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6A17209-CAC3-49E0-84E7-5B5553101876}">
      <dgm:prSet phldrT="[Текст]" custT="1"/>
      <dgm:spPr/>
      <dgm:t>
        <a:bodyPr/>
        <a:lstStyle/>
        <a:p>
          <a:pPr algn="l"/>
          <a:r>
            <a:rPr lang="ru-RU" sz="1800" dirty="0" smtClean="0">
              <a:latin typeface="+mj-lt"/>
            </a:rPr>
            <a:t>Переводит пользователя в браузер на соответствующую страничку</a:t>
          </a:r>
          <a:endParaRPr lang="ru-RU" sz="1800" dirty="0">
            <a:latin typeface="+mj-lt"/>
          </a:endParaRPr>
        </a:p>
      </dgm:t>
    </dgm:pt>
    <dgm:pt modelId="{045B69BB-E537-4AA1-80FB-96C4F06BF516}" type="sib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F265768-5D48-46A7-857A-4AECA5182E22}" type="parTrans" cxnId="{F31815BE-BD06-4356-B6C6-475592D9F77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D02269B-5E4A-4628-9EAD-36D338D56642}" type="pres">
      <dgm:prSet presAssocID="{1FBAAE81-7E69-4AE2-B4B2-47511EA554A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6B08BF-CB8D-4EF0-8878-757AE4C78038}" type="pres">
      <dgm:prSet presAssocID="{1541EFDC-C611-4AC2-A1FD-56152CDEF0F8}" presName="root" presStyleCnt="0"/>
      <dgm:spPr/>
      <dgm:t>
        <a:bodyPr/>
        <a:lstStyle/>
        <a:p>
          <a:endParaRPr lang="ru-RU"/>
        </a:p>
      </dgm:t>
    </dgm:pt>
    <dgm:pt modelId="{B0F025CD-1027-4698-8D14-D5EEE42F339D}" type="pres">
      <dgm:prSet presAssocID="{1541EFDC-C611-4AC2-A1FD-56152CDEF0F8}" presName="rootComposite" presStyleCnt="0"/>
      <dgm:spPr/>
      <dgm:t>
        <a:bodyPr/>
        <a:lstStyle/>
        <a:p>
          <a:endParaRPr lang="ru-RU"/>
        </a:p>
      </dgm:t>
    </dgm:pt>
    <dgm:pt modelId="{44119F6D-007C-4223-AF07-678E9D68AA61}" type="pres">
      <dgm:prSet presAssocID="{1541EFDC-C611-4AC2-A1FD-56152CDEF0F8}" presName="rootText" presStyleLbl="node1" presStyleIdx="0" presStyleCnt="2" custScaleX="534523"/>
      <dgm:spPr/>
      <dgm:t>
        <a:bodyPr/>
        <a:lstStyle/>
        <a:p>
          <a:endParaRPr lang="ru-RU"/>
        </a:p>
      </dgm:t>
    </dgm:pt>
    <dgm:pt modelId="{812225CE-28B7-4D35-8E4E-D8FC9364D1F9}" type="pres">
      <dgm:prSet presAssocID="{1541EFDC-C611-4AC2-A1FD-56152CDEF0F8}" presName="rootConnector" presStyleLbl="node1" presStyleIdx="0" presStyleCnt="2"/>
      <dgm:spPr/>
      <dgm:t>
        <a:bodyPr/>
        <a:lstStyle/>
        <a:p>
          <a:endParaRPr lang="ru-RU"/>
        </a:p>
      </dgm:t>
    </dgm:pt>
    <dgm:pt modelId="{DE29907D-B02C-4DC8-AB35-A32FAB9C50C8}" type="pres">
      <dgm:prSet presAssocID="{1541EFDC-C611-4AC2-A1FD-56152CDEF0F8}" presName="childShape" presStyleCnt="0"/>
      <dgm:spPr/>
      <dgm:t>
        <a:bodyPr/>
        <a:lstStyle/>
        <a:p>
          <a:endParaRPr lang="ru-RU"/>
        </a:p>
      </dgm:t>
    </dgm:pt>
    <dgm:pt modelId="{E97F6A05-7D7E-42CF-A025-783C256FF1A4}" type="pres">
      <dgm:prSet presAssocID="{1DE56A76-4993-4887-8460-65FA8A5AA490}" presName="Name13" presStyleLbl="parChTrans1D2" presStyleIdx="0" presStyleCnt="4"/>
      <dgm:spPr/>
      <dgm:t>
        <a:bodyPr/>
        <a:lstStyle/>
        <a:p>
          <a:endParaRPr lang="ru-RU"/>
        </a:p>
      </dgm:t>
    </dgm:pt>
    <dgm:pt modelId="{997AEA4A-0E44-40E5-A385-7D114752559D}" type="pres">
      <dgm:prSet presAssocID="{B0EF90B9-B7AC-41F4-A8E4-2C416D7BC666}" presName="childText" presStyleLbl="bgAcc1" presStyleIdx="0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5987E4-1E09-47F4-818D-61FCF22EA304}" type="pres">
      <dgm:prSet presAssocID="{83C34117-5989-4AB6-9190-294A6E7CAFE6}" presName="Name13" presStyleLbl="parChTrans1D2" presStyleIdx="1" presStyleCnt="4"/>
      <dgm:spPr/>
      <dgm:t>
        <a:bodyPr/>
        <a:lstStyle/>
        <a:p>
          <a:endParaRPr lang="ru-RU"/>
        </a:p>
      </dgm:t>
    </dgm:pt>
    <dgm:pt modelId="{AF7B4ADA-0B7F-410D-8FB4-FFABE0DAD0D7}" type="pres">
      <dgm:prSet presAssocID="{EE0DFAAC-5A62-4ED8-B612-3AA5DC383093}" presName="childText" presStyleLbl="bgAcc1" presStyleIdx="1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B3FE26-C7F1-40F1-8C91-5637E1BFFE04}" type="pres">
      <dgm:prSet presAssocID="{0608BFA7-546A-4CF3-8009-3600A672D044}" presName="root" presStyleCnt="0"/>
      <dgm:spPr/>
      <dgm:t>
        <a:bodyPr/>
        <a:lstStyle/>
        <a:p>
          <a:endParaRPr lang="ru-RU"/>
        </a:p>
      </dgm:t>
    </dgm:pt>
    <dgm:pt modelId="{9F62F3DF-6AD6-4194-A466-E7F4043FC817}" type="pres">
      <dgm:prSet presAssocID="{0608BFA7-546A-4CF3-8009-3600A672D044}" presName="rootComposite" presStyleCnt="0"/>
      <dgm:spPr/>
      <dgm:t>
        <a:bodyPr/>
        <a:lstStyle/>
        <a:p>
          <a:endParaRPr lang="ru-RU"/>
        </a:p>
      </dgm:t>
    </dgm:pt>
    <dgm:pt modelId="{4C89AFA7-F26A-4743-AD14-61CA329241AC}" type="pres">
      <dgm:prSet presAssocID="{0608BFA7-546A-4CF3-8009-3600A672D044}" presName="rootText" presStyleLbl="node1" presStyleIdx="1" presStyleCnt="2" custScaleX="534523"/>
      <dgm:spPr/>
      <dgm:t>
        <a:bodyPr/>
        <a:lstStyle/>
        <a:p>
          <a:endParaRPr lang="ru-RU"/>
        </a:p>
      </dgm:t>
    </dgm:pt>
    <dgm:pt modelId="{E20CD2B4-896C-49C9-999B-87A2063D2FD2}" type="pres">
      <dgm:prSet presAssocID="{0608BFA7-546A-4CF3-8009-3600A672D044}" presName="rootConnector" presStyleLbl="node1" presStyleIdx="1" presStyleCnt="2"/>
      <dgm:spPr/>
      <dgm:t>
        <a:bodyPr/>
        <a:lstStyle/>
        <a:p>
          <a:endParaRPr lang="ru-RU"/>
        </a:p>
      </dgm:t>
    </dgm:pt>
    <dgm:pt modelId="{63A27C28-1034-4635-BD44-8CCE9E5421E2}" type="pres">
      <dgm:prSet presAssocID="{0608BFA7-546A-4CF3-8009-3600A672D044}" presName="childShape" presStyleCnt="0"/>
      <dgm:spPr/>
      <dgm:t>
        <a:bodyPr/>
        <a:lstStyle/>
        <a:p>
          <a:endParaRPr lang="ru-RU"/>
        </a:p>
      </dgm:t>
    </dgm:pt>
    <dgm:pt modelId="{F4119F7C-9096-42B4-9EA4-97AAE22CF2C5}" type="pres">
      <dgm:prSet presAssocID="{CFDACBEE-4D40-45CC-8127-242B04675DB1}" presName="Name13" presStyleLbl="parChTrans1D2" presStyleIdx="2" presStyleCnt="4"/>
      <dgm:spPr/>
      <dgm:t>
        <a:bodyPr/>
        <a:lstStyle/>
        <a:p>
          <a:endParaRPr lang="ru-RU"/>
        </a:p>
      </dgm:t>
    </dgm:pt>
    <dgm:pt modelId="{F9DB4D29-4244-435C-85B4-B866B31F1410}" type="pres">
      <dgm:prSet presAssocID="{7722B5AD-B946-4ED0-BA15-3D792EC09303}" presName="childText" presStyleLbl="bgAcc1" presStyleIdx="2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8EC973-2E21-432C-9D2E-DA333D8DDB44}" type="pres">
      <dgm:prSet presAssocID="{1F265768-5D48-46A7-857A-4AECA5182E22}" presName="Name13" presStyleLbl="parChTrans1D2" presStyleIdx="3" presStyleCnt="4"/>
      <dgm:spPr/>
      <dgm:t>
        <a:bodyPr/>
        <a:lstStyle/>
        <a:p>
          <a:endParaRPr lang="ru-RU"/>
        </a:p>
      </dgm:t>
    </dgm:pt>
    <dgm:pt modelId="{3D4DFE44-5669-4C29-8ADB-A6789EA566FF}" type="pres">
      <dgm:prSet presAssocID="{46A17209-CAC3-49E0-84E7-5B5553101876}" presName="childText" presStyleLbl="bgAcc1" presStyleIdx="3" presStyleCnt="4" custScaleX="521924" custScaleY="1238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228DF0B-6E52-43B3-B3F3-18DB4797E071}" type="presOf" srcId="{0608BFA7-546A-4CF3-8009-3600A672D044}" destId="{4C89AFA7-F26A-4743-AD14-61CA329241AC}" srcOrd="0" destOrd="0" presId="urn:microsoft.com/office/officeart/2005/8/layout/hierarchy3"/>
    <dgm:cxn modelId="{64DF5438-1D1C-4814-95AD-CA150E3365B7}" srcId="{1541EFDC-C611-4AC2-A1FD-56152CDEF0F8}" destId="{B0EF90B9-B7AC-41F4-A8E4-2C416D7BC666}" srcOrd="0" destOrd="0" parTransId="{1DE56A76-4993-4887-8460-65FA8A5AA490}" sibTransId="{63BC5514-881D-4F68-B769-8E8A73172FBF}"/>
    <dgm:cxn modelId="{42457FA5-9E0D-4576-A69E-436F53B032D6}" type="presOf" srcId="{B0EF90B9-B7AC-41F4-A8E4-2C416D7BC666}" destId="{997AEA4A-0E44-40E5-A385-7D114752559D}" srcOrd="0" destOrd="0" presId="urn:microsoft.com/office/officeart/2005/8/layout/hierarchy3"/>
    <dgm:cxn modelId="{F7F125C1-C9E8-4D2B-9EDC-CAF4DC418F76}" type="presOf" srcId="{1541EFDC-C611-4AC2-A1FD-56152CDEF0F8}" destId="{812225CE-28B7-4D35-8E4E-D8FC9364D1F9}" srcOrd="1" destOrd="0" presId="urn:microsoft.com/office/officeart/2005/8/layout/hierarchy3"/>
    <dgm:cxn modelId="{A8E3A996-4D8C-4884-A9E8-90A4A6460697}" type="presOf" srcId="{83C34117-5989-4AB6-9190-294A6E7CAFE6}" destId="{A95987E4-1E09-47F4-818D-61FCF22EA304}" srcOrd="0" destOrd="0" presId="urn:microsoft.com/office/officeart/2005/8/layout/hierarchy3"/>
    <dgm:cxn modelId="{F31815BE-BD06-4356-B6C6-475592D9F77B}" srcId="{0608BFA7-546A-4CF3-8009-3600A672D044}" destId="{46A17209-CAC3-49E0-84E7-5B5553101876}" srcOrd="1" destOrd="0" parTransId="{1F265768-5D48-46A7-857A-4AECA5182E22}" sibTransId="{045B69BB-E537-4AA1-80FB-96C4F06BF516}"/>
    <dgm:cxn modelId="{B92B0A67-64E1-4E81-A4C7-B554261A2E6E}" type="presOf" srcId="{0608BFA7-546A-4CF3-8009-3600A672D044}" destId="{E20CD2B4-896C-49C9-999B-87A2063D2FD2}" srcOrd="1" destOrd="0" presId="urn:microsoft.com/office/officeart/2005/8/layout/hierarchy3"/>
    <dgm:cxn modelId="{4CAF4C3F-0E94-4192-8C29-0BADADD6E744}" type="presOf" srcId="{1F265768-5D48-46A7-857A-4AECA5182E22}" destId="{6F8EC973-2E21-432C-9D2E-DA333D8DDB44}" srcOrd="0" destOrd="0" presId="urn:microsoft.com/office/officeart/2005/8/layout/hierarchy3"/>
    <dgm:cxn modelId="{D6D79C96-27B3-4940-B514-009D01ED28B9}" srcId="{0608BFA7-546A-4CF3-8009-3600A672D044}" destId="{7722B5AD-B946-4ED0-BA15-3D792EC09303}" srcOrd="0" destOrd="0" parTransId="{CFDACBEE-4D40-45CC-8127-242B04675DB1}" sibTransId="{ACC3B016-9AAE-4C02-991B-253EFCE7337D}"/>
    <dgm:cxn modelId="{4273F398-5E04-4CAB-9EB6-9FEF1B0E9597}" type="presOf" srcId="{46A17209-CAC3-49E0-84E7-5B5553101876}" destId="{3D4DFE44-5669-4C29-8ADB-A6789EA566FF}" srcOrd="0" destOrd="0" presId="urn:microsoft.com/office/officeart/2005/8/layout/hierarchy3"/>
    <dgm:cxn modelId="{68E6418B-2216-425F-8546-B8B27D86FD89}" srcId="{1FBAAE81-7E69-4AE2-B4B2-47511EA554A0}" destId="{0608BFA7-546A-4CF3-8009-3600A672D044}" srcOrd="1" destOrd="0" parTransId="{9D4E72F0-76A6-48A7-9FCA-4491CBECE334}" sibTransId="{396C8332-91F9-420D-B511-C3A9CA02F970}"/>
    <dgm:cxn modelId="{819A2D45-8D97-4FD4-97A0-91D248AB135D}" srcId="{1541EFDC-C611-4AC2-A1FD-56152CDEF0F8}" destId="{EE0DFAAC-5A62-4ED8-B612-3AA5DC383093}" srcOrd="1" destOrd="0" parTransId="{83C34117-5989-4AB6-9190-294A6E7CAFE6}" sibTransId="{7F513EC4-F831-48AD-B7D9-51BFDCA8999E}"/>
    <dgm:cxn modelId="{387C3E33-8339-4EBB-AA8B-A87A1532EA3F}" type="presOf" srcId="{1DE56A76-4993-4887-8460-65FA8A5AA490}" destId="{E97F6A05-7D7E-42CF-A025-783C256FF1A4}" srcOrd="0" destOrd="0" presId="urn:microsoft.com/office/officeart/2005/8/layout/hierarchy3"/>
    <dgm:cxn modelId="{66C77582-992E-4612-89D3-CAAF08E2D92F}" srcId="{1FBAAE81-7E69-4AE2-B4B2-47511EA554A0}" destId="{1541EFDC-C611-4AC2-A1FD-56152CDEF0F8}" srcOrd="0" destOrd="0" parTransId="{8B0DF067-769D-4CC8-8423-3739B10A62D9}" sibTransId="{ABB71E48-6B30-4A1D-8EF9-A2791E953CCA}"/>
    <dgm:cxn modelId="{1FE07060-22DD-414B-8FD5-11F37EBCC88B}" type="presOf" srcId="{7722B5AD-B946-4ED0-BA15-3D792EC09303}" destId="{F9DB4D29-4244-435C-85B4-B866B31F1410}" srcOrd="0" destOrd="0" presId="urn:microsoft.com/office/officeart/2005/8/layout/hierarchy3"/>
    <dgm:cxn modelId="{77796425-4B9A-44F3-A470-1F9A9710903A}" type="presOf" srcId="{EE0DFAAC-5A62-4ED8-B612-3AA5DC383093}" destId="{AF7B4ADA-0B7F-410D-8FB4-FFABE0DAD0D7}" srcOrd="0" destOrd="0" presId="urn:microsoft.com/office/officeart/2005/8/layout/hierarchy3"/>
    <dgm:cxn modelId="{563DCD4A-701F-45CD-ABF4-BF0DE122D105}" type="presOf" srcId="{1541EFDC-C611-4AC2-A1FD-56152CDEF0F8}" destId="{44119F6D-007C-4223-AF07-678E9D68AA61}" srcOrd="0" destOrd="0" presId="urn:microsoft.com/office/officeart/2005/8/layout/hierarchy3"/>
    <dgm:cxn modelId="{58C65011-D78E-4120-8002-6288363B2F3F}" type="presOf" srcId="{CFDACBEE-4D40-45CC-8127-242B04675DB1}" destId="{F4119F7C-9096-42B4-9EA4-97AAE22CF2C5}" srcOrd="0" destOrd="0" presId="urn:microsoft.com/office/officeart/2005/8/layout/hierarchy3"/>
    <dgm:cxn modelId="{7EC327F5-DA58-4B28-AB44-CED1E18D09C1}" type="presOf" srcId="{1FBAAE81-7E69-4AE2-B4B2-47511EA554A0}" destId="{6D02269B-5E4A-4628-9EAD-36D338D56642}" srcOrd="0" destOrd="0" presId="urn:microsoft.com/office/officeart/2005/8/layout/hierarchy3"/>
    <dgm:cxn modelId="{E311E061-64C7-49A8-A550-3B5A5A87240F}" type="presParOf" srcId="{6D02269B-5E4A-4628-9EAD-36D338D56642}" destId="{F46B08BF-CB8D-4EF0-8878-757AE4C78038}" srcOrd="0" destOrd="0" presId="urn:microsoft.com/office/officeart/2005/8/layout/hierarchy3"/>
    <dgm:cxn modelId="{32F8C7AF-8618-4CCD-9AC5-1C6A527789E7}" type="presParOf" srcId="{F46B08BF-CB8D-4EF0-8878-757AE4C78038}" destId="{B0F025CD-1027-4698-8D14-D5EEE42F339D}" srcOrd="0" destOrd="0" presId="urn:microsoft.com/office/officeart/2005/8/layout/hierarchy3"/>
    <dgm:cxn modelId="{6CE8152B-8F6A-469C-AFAE-9DC6AF3459E2}" type="presParOf" srcId="{B0F025CD-1027-4698-8D14-D5EEE42F339D}" destId="{44119F6D-007C-4223-AF07-678E9D68AA61}" srcOrd="0" destOrd="0" presId="urn:microsoft.com/office/officeart/2005/8/layout/hierarchy3"/>
    <dgm:cxn modelId="{2A2676A9-B18D-4855-AD3B-50973F58E284}" type="presParOf" srcId="{B0F025CD-1027-4698-8D14-D5EEE42F339D}" destId="{812225CE-28B7-4D35-8E4E-D8FC9364D1F9}" srcOrd="1" destOrd="0" presId="urn:microsoft.com/office/officeart/2005/8/layout/hierarchy3"/>
    <dgm:cxn modelId="{DF2CA05A-FA5F-4B91-8EC7-B1A71D1AF778}" type="presParOf" srcId="{F46B08BF-CB8D-4EF0-8878-757AE4C78038}" destId="{DE29907D-B02C-4DC8-AB35-A32FAB9C50C8}" srcOrd="1" destOrd="0" presId="urn:microsoft.com/office/officeart/2005/8/layout/hierarchy3"/>
    <dgm:cxn modelId="{D967D470-114E-40B0-9311-C05BD9FBC0DE}" type="presParOf" srcId="{DE29907D-B02C-4DC8-AB35-A32FAB9C50C8}" destId="{E97F6A05-7D7E-42CF-A025-783C256FF1A4}" srcOrd="0" destOrd="0" presId="urn:microsoft.com/office/officeart/2005/8/layout/hierarchy3"/>
    <dgm:cxn modelId="{49A693EF-5ADF-4433-8D22-16FE7EA8F624}" type="presParOf" srcId="{DE29907D-B02C-4DC8-AB35-A32FAB9C50C8}" destId="{997AEA4A-0E44-40E5-A385-7D114752559D}" srcOrd="1" destOrd="0" presId="urn:microsoft.com/office/officeart/2005/8/layout/hierarchy3"/>
    <dgm:cxn modelId="{4BB25766-FA31-43A3-A69F-87F14C37869B}" type="presParOf" srcId="{DE29907D-B02C-4DC8-AB35-A32FAB9C50C8}" destId="{A95987E4-1E09-47F4-818D-61FCF22EA304}" srcOrd="2" destOrd="0" presId="urn:microsoft.com/office/officeart/2005/8/layout/hierarchy3"/>
    <dgm:cxn modelId="{C5A1D1A2-6ABE-41F9-B5C8-17C9C5E104F3}" type="presParOf" srcId="{DE29907D-B02C-4DC8-AB35-A32FAB9C50C8}" destId="{AF7B4ADA-0B7F-410D-8FB4-FFABE0DAD0D7}" srcOrd="3" destOrd="0" presId="urn:microsoft.com/office/officeart/2005/8/layout/hierarchy3"/>
    <dgm:cxn modelId="{6987920D-070E-4B21-9F9E-61B7CB95D039}" type="presParOf" srcId="{6D02269B-5E4A-4628-9EAD-36D338D56642}" destId="{E1B3FE26-C7F1-40F1-8C91-5637E1BFFE04}" srcOrd="1" destOrd="0" presId="urn:microsoft.com/office/officeart/2005/8/layout/hierarchy3"/>
    <dgm:cxn modelId="{91CC39D1-42DA-4C04-A8C2-4B425982FBB9}" type="presParOf" srcId="{E1B3FE26-C7F1-40F1-8C91-5637E1BFFE04}" destId="{9F62F3DF-6AD6-4194-A466-E7F4043FC817}" srcOrd="0" destOrd="0" presId="urn:microsoft.com/office/officeart/2005/8/layout/hierarchy3"/>
    <dgm:cxn modelId="{06F8D9C8-5FE4-4526-9159-F04011082742}" type="presParOf" srcId="{9F62F3DF-6AD6-4194-A466-E7F4043FC817}" destId="{4C89AFA7-F26A-4743-AD14-61CA329241AC}" srcOrd="0" destOrd="0" presId="urn:microsoft.com/office/officeart/2005/8/layout/hierarchy3"/>
    <dgm:cxn modelId="{D2CB89DF-3EE1-47D5-B0C3-348061268E43}" type="presParOf" srcId="{9F62F3DF-6AD6-4194-A466-E7F4043FC817}" destId="{E20CD2B4-896C-49C9-999B-87A2063D2FD2}" srcOrd="1" destOrd="0" presId="urn:microsoft.com/office/officeart/2005/8/layout/hierarchy3"/>
    <dgm:cxn modelId="{2749ECC8-8D98-477E-92A0-D54BE105FCF7}" type="presParOf" srcId="{E1B3FE26-C7F1-40F1-8C91-5637E1BFFE04}" destId="{63A27C28-1034-4635-BD44-8CCE9E5421E2}" srcOrd="1" destOrd="0" presId="urn:microsoft.com/office/officeart/2005/8/layout/hierarchy3"/>
    <dgm:cxn modelId="{690369A5-485E-4F01-A305-AB538131774E}" type="presParOf" srcId="{63A27C28-1034-4635-BD44-8CCE9E5421E2}" destId="{F4119F7C-9096-42B4-9EA4-97AAE22CF2C5}" srcOrd="0" destOrd="0" presId="urn:microsoft.com/office/officeart/2005/8/layout/hierarchy3"/>
    <dgm:cxn modelId="{9B3753EF-70EB-41D4-A47F-CDC229B03E90}" type="presParOf" srcId="{63A27C28-1034-4635-BD44-8CCE9E5421E2}" destId="{F9DB4D29-4244-435C-85B4-B866B31F1410}" srcOrd="1" destOrd="0" presId="urn:microsoft.com/office/officeart/2005/8/layout/hierarchy3"/>
    <dgm:cxn modelId="{5C810A7F-920C-4FBF-9065-2DE7B5F23921}" type="presParOf" srcId="{63A27C28-1034-4635-BD44-8CCE9E5421E2}" destId="{6F8EC973-2E21-432C-9D2E-DA333D8DDB44}" srcOrd="2" destOrd="0" presId="urn:microsoft.com/office/officeart/2005/8/layout/hierarchy3"/>
    <dgm:cxn modelId="{131D8BE8-855F-48A7-B763-A3DC20E07AD5}" type="presParOf" srcId="{63A27C28-1034-4635-BD44-8CCE9E5421E2}" destId="{3D4DFE44-5669-4C29-8ADB-A6789EA566F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F94134-40CE-4C0E-85AB-77E38C42A0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19E02CA-4C39-4B2F-BFA1-B927B8B8F51C}">
      <dgm:prSet phldrT="[Текст]" custT="1"/>
      <dgm:spPr/>
      <dgm:t>
        <a:bodyPr/>
        <a:lstStyle/>
        <a:p>
          <a:pPr>
            <a:spcAft>
              <a:spcPts val="0"/>
            </a:spcAft>
          </a:pPr>
          <a:r>
            <a:rPr lang="en-US" sz="2200" b="1" i="0" u="none" dirty="0" smtClean="0">
              <a:solidFill>
                <a:schemeClr val="bg1"/>
              </a:solidFill>
              <a:latin typeface="+mj-lt"/>
            </a:rPr>
            <a:t>main.py</a:t>
          </a:r>
          <a:r>
            <a:rPr lang="en-US" sz="2200" b="0" i="0" u="none" dirty="0" smtClean="0">
              <a:solidFill>
                <a:schemeClr val="bg1"/>
              </a:solidFill>
              <a:latin typeface="+mj-lt"/>
            </a:rPr>
            <a:t> </a:t>
          </a:r>
          <a:r>
            <a:rPr lang="en-US" sz="2200" b="0" i="0" u="none" dirty="0" smtClean="0">
              <a:solidFill>
                <a:schemeClr val="bg1"/>
              </a:solidFill>
              <a:latin typeface="+mj-lt"/>
            </a:rPr>
            <a:t>- </a:t>
          </a:r>
          <a:r>
            <a:rPr lang="ru-RU" sz="2200" b="0" i="0" u="none" dirty="0" smtClean="0">
              <a:solidFill>
                <a:schemeClr val="bg1"/>
              </a:solidFill>
              <a:latin typeface="+mj-lt"/>
            </a:rPr>
            <a:t>запускает </a:t>
          </a:r>
          <a:r>
            <a:rPr lang="ru-RU" sz="2200" b="0" i="0" u="none" dirty="0" smtClean="0">
              <a:solidFill>
                <a:schemeClr val="bg1"/>
              </a:solidFill>
              <a:latin typeface="+mj-lt"/>
            </a:rPr>
            <a:t>проект</a:t>
          </a:r>
          <a:endParaRPr lang="ru-RU" sz="2200" b="0" i="0" u="none" dirty="0">
            <a:solidFill>
              <a:schemeClr val="bg1"/>
            </a:solidFill>
            <a:latin typeface="+mj-lt"/>
          </a:endParaRPr>
        </a:p>
      </dgm:t>
    </dgm:pt>
    <dgm:pt modelId="{44099758-55DD-42A3-9918-A1F7A6AC4176}" type="parTrans" cxnId="{5899323B-808C-4EE7-B6A8-A2F83082F7C3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F7C91024-C114-4F42-9BAA-CCF3F2A4DA0C}" type="sibTrans" cxnId="{5899323B-808C-4EE7-B6A8-A2F83082F7C3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C5E9DCE0-8E95-4926-BF14-E8539132FC31}">
      <dgm:prSet phldrT="[Текст]" custT="1"/>
      <dgm:spPr/>
      <dgm:t>
        <a:bodyPr/>
        <a:lstStyle/>
        <a:p>
          <a:endParaRPr lang="ru-RU" sz="2200" b="0" i="0" u="none" dirty="0">
            <a:solidFill>
              <a:schemeClr val="bg1"/>
            </a:solidFill>
            <a:latin typeface="+mj-lt"/>
          </a:endParaRPr>
        </a:p>
      </dgm:t>
    </dgm:pt>
    <dgm:pt modelId="{29087D15-6CCA-4DCF-93C5-54EF50A4A6EF}" type="parTrans" cxnId="{6046FFDC-DF93-4B3E-87E6-42D1D9E707AF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C59C1018-AF9F-41E7-A915-0567D9A630A3}" type="sibTrans" cxnId="{6046FFDC-DF93-4B3E-87E6-42D1D9E707AF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65A2FBCE-6039-47CC-BC66-1B55C22C1129}">
      <dgm:prSet phldrT="[Текст]" custT="1"/>
      <dgm:spPr/>
      <dgm:t>
        <a:bodyPr/>
        <a:lstStyle/>
        <a:p>
          <a:endParaRPr lang="ru-RU" sz="2200" b="0" i="0" u="none" dirty="0">
            <a:solidFill>
              <a:schemeClr val="bg1"/>
            </a:solidFill>
            <a:latin typeface="+mj-lt"/>
          </a:endParaRPr>
        </a:p>
      </dgm:t>
    </dgm:pt>
    <dgm:pt modelId="{31736E5E-B051-4527-9C3A-9E4E8D51772F}" type="parTrans" cxnId="{83E9A782-0E53-4AB8-B3E9-94A397703450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30020E1A-F61F-4724-9090-31613BDC3AD0}" type="sibTrans" cxnId="{83E9A782-0E53-4AB8-B3E9-94A397703450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E394E155-4D19-4B29-81BD-52F389A3DA0A}">
      <dgm:prSet phldrT="[Текст]" custT="1"/>
      <dgm:spPr/>
      <dgm:t>
        <a:bodyPr/>
        <a:lstStyle/>
        <a:p>
          <a:r>
            <a:rPr lang="ru-RU" sz="2200" b="0" i="0" u="none" dirty="0" smtClean="0">
              <a:solidFill>
                <a:schemeClr val="tx1"/>
              </a:solidFill>
              <a:latin typeface="+mj-lt"/>
            </a:rPr>
            <a:t>…</a:t>
          </a:r>
          <a:endParaRPr lang="ru-RU" sz="2200" b="0" i="0" u="none" dirty="0">
            <a:solidFill>
              <a:schemeClr val="tx1"/>
            </a:solidFill>
            <a:latin typeface="+mj-lt"/>
          </a:endParaRPr>
        </a:p>
      </dgm:t>
    </dgm:pt>
    <dgm:pt modelId="{C7194289-FFE4-44A3-9B3E-0FEB735069A9}" type="parTrans" cxnId="{5E0A5AA0-52A5-4A1E-8839-54AAD716E534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80C2C7B0-AAA0-4279-8AF8-B4A8D4645542}" type="sibTrans" cxnId="{5E0A5AA0-52A5-4A1E-8839-54AAD716E534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3C2798AD-7045-4F89-A014-57A07E6EDB78}">
      <dgm:prSet phldrT="[Текст]" custT="1"/>
      <dgm:spPr/>
      <dgm:t>
        <a:bodyPr/>
        <a:lstStyle/>
        <a:p>
          <a:endParaRPr lang="ru-RU" sz="2200" b="0" i="0" u="none" dirty="0">
            <a:solidFill>
              <a:schemeClr val="bg1"/>
            </a:solidFill>
            <a:latin typeface="+mj-lt"/>
          </a:endParaRPr>
        </a:p>
      </dgm:t>
    </dgm:pt>
    <dgm:pt modelId="{50C2616F-6869-4C1C-91C5-0C49541BE41F}" type="parTrans" cxnId="{DC8C2BBA-B8B4-4731-B09A-CF26AFC38B67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E62D8643-F857-4DB9-856E-807BB3F7A95D}" type="sibTrans" cxnId="{DC8C2BBA-B8B4-4731-B09A-CF26AFC38B67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DC5A1051-34AC-45DB-9C23-19A89F7B67B0}">
      <dgm:prSet phldrT="[Текст]" custT="1"/>
      <dgm:spPr/>
      <dgm:t>
        <a:bodyPr/>
        <a:lstStyle/>
        <a:p>
          <a:r>
            <a:rPr lang="ru-RU" sz="2200" b="1" i="0" u="none" dirty="0" smtClean="0">
              <a:solidFill>
                <a:schemeClr val="tx1"/>
              </a:solidFill>
              <a:latin typeface="+mj-lt"/>
            </a:rPr>
            <a:t>…</a:t>
          </a:r>
          <a:endParaRPr lang="ru-RU" sz="2200" b="1" i="0" u="none" dirty="0">
            <a:solidFill>
              <a:schemeClr val="tx1"/>
            </a:solidFill>
            <a:latin typeface="+mj-lt"/>
          </a:endParaRPr>
        </a:p>
      </dgm:t>
    </dgm:pt>
    <dgm:pt modelId="{6D562C89-779A-40AB-82DE-4087261147E7}" type="parTrans" cxnId="{4484F1B3-B56A-4C10-B999-7065DBDFF398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A2001529-8895-458A-9DD1-A8AF06B02380}" type="sibTrans" cxnId="{4484F1B3-B56A-4C10-B999-7065DBDFF398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DE12C416-980F-487C-A4DA-4FBE14AD5EDD}">
      <dgm:prSet phldrT="[Текст]" custT="1"/>
      <dgm:spPr/>
      <dgm:t>
        <a:bodyPr/>
        <a:lstStyle/>
        <a:p>
          <a:endParaRPr lang="ru-RU" sz="2200" b="0" i="0" u="none" dirty="0">
            <a:solidFill>
              <a:schemeClr val="bg1"/>
            </a:solidFill>
            <a:latin typeface="+mj-lt"/>
          </a:endParaRPr>
        </a:p>
      </dgm:t>
    </dgm:pt>
    <dgm:pt modelId="{03BF01A5-F5BB-494F-A17A-22E338A4C968}" type="parTrans" cxnId="{9D24872E-D9A9-4034-95CE-79DF50ACC9B7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6058B489-A1AF-4E8B-AA82-EDFAD252B284}" type="sibTrans" cxnId="{9D24872E-D9A9-4034-95CE-79DF50ACC9B7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B1EDCDF7-1E94-4C17-9AAA-3E9821654294}">
      <dgm:prSet phldrT="[Текст]" custT="1"/>
      <dgm:spPr/>
      <dgm:t>
        <a:bodyPr/>
        <a:lstStyle/>
        <a:p>
          <a:r>
            <a:rPr lang="ru-RU" sz="2200" b="0" i="0" u="none" dirty="0" smtClean="0">
              <a:solidFill>
                <a:schemeClr val="tx1"/>
              </a:solidFill>
              <a:latin typeface="+mj-lt"/>
            </a:rPr>
            <a:t>…</a:t>
          </a:r>
          <a:endParaRPr lang="ru-RU" sz="2200" b="0" i="0" u="none" dirty="0">
            <a:solidFill>
              <a:schemeClr val="tx1"/>
            </a:solidFill>
            <a:latin typeface="+mj-lt"/>
          </a:endParaRPr>
        </a:p>
      </dgm:t>
    </dgm:pt>
    <dgm:pt modelId="{87E1982E-7C56-4BCA-BF99-555BD10F8E4E}" type="parTrans" cxnId="{BF313EB2-2381-4A6F-BB0D-59C7FEB4D298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C2449FBE-0473-40CB-BBCC-F7587DEFE767}" type="sibTrans" cxnId="{BF313EB2-2381-4A6F-BB0D-59C7FEB4D298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C8C57E55-D7DF-4843-84AC-49C96E4E57C3}" type="pres">
      <dgm:prSet presAssocID="{C1F94134-40CE-4C0E-85AB-77E38C42A0B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1AF1BB1-A0F9-4D6F-A0F5-0F66496EEDEA}" type="pres">
      <dgm:prSet presAssocID="{E19E02CA-4C39-4B2F-BFA1-B927B8B8F51C}" presName="parentText" presStyleLbl="node1" presStyleIdx="0" presStyleCnt="5" custScaleY="7578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189B1B-39D7-4DE4-B463-F04DE83B8935}" type="pres">
      <dgm:prSet presAssocID="{F7C91024-C114-4F42-9BAA-CCF3F2A4DA0C}" presName="spacer" presStyleCnt="0"/>
      <dgm:spPr/>
    </dgm:pt>
    <dgm:pt modelId="{748FE23D-CE87-4AFE-A431-E09744199C11}" type="pres">
      <dgm:prSet presAssocID="{C5E9DCE0-8E95-4926-BF14-E8539132FC31}" presName="parentText" presStyleLbl="node1" presStyleIdx="1" presStyleCnt="5" custScaleY="7578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331FEA-E33B-446D-AC3E-4F85F6EDE3A7}" type="pres">
      <dgm:prSet presAssocID="{C59C1018-AF9F-41E7-A915-0567D9A630A3}" presName="spacer" presStyleCnt="0"/>
      <dgm:spPr/>
    </dgm:pt>
    <dgm:pt modelId="{BA5F36AE-AB47-4B72-AD43-28B4687D94C2}" type="pres">
      <dgm:prSet presAssocID="{65A2FBCE-6039-47CC-BC66-1B55C22C1129}" presName="parentText" presStyleLbl="node1" presStyleIdx="2" presStyleCnt="5" custScaleY="7578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B5E47C-3D13-4E72-ACA8-5CD8C1ADF57E}" type="pres">
      <dgm:prSet presAssocID="{65A2FBCE-6039-47CC-BC66-1B55C22C1129}" presName="childText" presStyleLbl="revTx" presStyleIdx="0" presStyleCnt="3" custScaleY="5588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7F1BF5-216A-4992-81F1-BBED6098BF3B}" type="pres">
      <dgm:prSet presAssocID="{3C2798AD-7045-4F89-A014-57A07E6EDB78}" presName="parentText" presStyleLbl="node1" presStyleIdx="3" presStyleCnt="5" custScaleY="7578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5E2F1C-A1D6-4D1A-9A97-6E68F83980E1}" type="pres">
      <dgm:prSet presAssocID="{3C2798AD-7045-4F89-A014-57A07E6EDB78}" presName="childText" presStyleLbl="revTx" presStyleIdx="1" presStyleCnt="3" custScaleY="5423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BEAD64-9386-4246-A77E-248A024A8F68}" type="pres">
      <dgm:prSet presAssocID="{DE12C416-980F-487C-A4DA-4FBE14AD5EDD}" presName="parentText" presStyleLbl="node1" presStyleIdx="4" presStyleCnt="5" custScaleY="7578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3505C5-8047-4750-A633-F1CEE9554D2F}" type="pres">
      <dgm:prSet presAssocID="{DE12C416-980F-487C-A4DA-4FBE14AD5EDD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4B52CCC-2A6A-4037-86D8-42B9B1AB33B8}" type="presOf" srcId="{C5E9DCE0-8E95-4926-BF14-E8539132FC31}" destId="{748FE23D-CE87-4AFE-A431-E09744199C11}" srcOrd="0" destOrd="0" presId="urn:microsoft.com/office/officeart/2005/8/layout/vList2"/>
    <dgm:cxn modelId="{88978E7C-868F-4C89-9C60-93B80F073B3C}" type="presOf" srcId="{C1F94134-40CE-4C0E-85AB-77E38C42A0B5}" destId="{C8C57E55-D7DF-4843-84AC-49C96E4E57C3}" srcOrd="0" destOrd="0" presId="urn:microsoft.com/office/officeart/2005/8/layout/vList2"/>
    <dgm:cxn modelId="{668FA919-3733-4841-81BD-BB01B2A0122E}" type="presOf" srcId="{B1EDCDF7-1E94-4C17-9AAA-3E9821654294}" destId="{683505C5-8047-4750-A633-F1CEE9554D2F}" srcOrd="0" destOrd="0" presId="urn:microsoft.com/office/officeart/2005/8/layout/vList2"/>
    <dgm:cxn modelId="{5F5B48C8-CE7B-4453-9C10-8A260FF3F387}" type="presOf" srcId="{E19E02CA-4C39-4B2F-BFA1-B927B8B8F51C}" destId="{71AF1BB1-A0F9-4D6F-A0F5-0F66496EEDEA}" srcOrd="0" destOrd="0" presId="urn:microsoft.com/office/officeart/2005/8/layout/vList2"/>
    <dgm:cxn modelId="{8ED030BE-4793-4D3C-8AD2-77AB8CF2EA97}" type="presOf" srcId="{DE12C416-980F-487C-A4DA-4FBE14AD5EDD}" destId="{C9BEAD64-9386-4246-A77E-248A024A8F68}" srcOrd="0" destOrd="0" presId="urn:microsoft.com/office/officeart/2005/8/layout/vList2"/>
    <dgm:cxn modelId="{ADA81853-8FDA-40A7-8BEA-C141A1EBC129}" type="presOf" srcId="{E394E155-4D19-4B29-81BD-52F389A3DA0A}" destId="{71B5E47C-3D13-4E72-ACA8-5CD8C1ADF57E}" srcOrd="0" destOrd="0" presId="urn:microsoft.com/office/officeart/2005/8/layout/vList2"/>
    <dgm:cxn modelId="{BF313EB2-2381-4A6F-BB0D-59C7FEB4D298}" srcId="{DE12C416-980F-487C-A4DA-4FBE14AD5EDD}" destId="{B1EDCDF7-1E94-4C17-9AAA-3E9821654294}" srcOrd="0" destOrd="0" parTransId="{87E1982E-7C56-4BCA-BF99-555BD10F8E4E}" sibTransId="{C2449FBE-0473-40CB-BBCC-F7587DEFE767}"/>
    <dgm:cxn modelId="{E9591C77-913C-4CF5-86E9-98C87D0A1CFA}" type="presOf" srcId="{65A2FBCE-6039-47CC-BC66-1B55C22C1129}" destId="{BA5F36AE-AB47-4B72-AD43-28B4687D94C2}" srcOrd="0" destOrd="0" presId="urn:microsoft.com/office/officeart/2005/8/layout/vList2"/>
    <dgm:cxn modelId="{DC8C2BBA-B8B4-4731-B09A-CF26AFC38B67}" srcId="{C1F94134-40CE-4C0E-85AB-77E38C42A0B5}" destId="{3C2798AD-7045-4F89-A014-57A07E6EDB78}" srcOrd="3" destOrd="0" parTransId="{50C2616F-6869-4C1C-91C5-0C49541BE41F}" sibTransId="{E62D8643-F857-4DB9-856E-807BB3F7A95D}"/>
    <dgm:cxn modelId="{2CFFCC3F-119F-408D-9E35-973225C93E6C}" type="presOf" srcId="{3C2798AD-7045-4F89-A014-57A07E6EDB78}" destId="{387F1BF5-216A-4992-81F1-BBED6098BF3B}" srcOrd="0" destOrd="0" presId="urn:microsoft.com/office/officeart/2005/8/layout/vList2"/>
    <dgm:cxn modelId="{83E9A782-0E53-4AB8-B3E9-94A397703450}" srcId="{C1F94134-40CE-4C0E-85AB-77E38C42A0B5}" destId="{65A2FBCE-6039-47CC-BC66-1B55C22C1129}" srcOrd="2" destOrd="0" parTransId="{31736E5E-B051-4527-9C3A-9E4E8D51772F}" sibTransId="{30020E1A-F61F-4724-9090-31613BDC3AD0}"/>
    <dgm:cxn modelId="{4484F1B3-B56A-4C10-B999-7065DBDFF398}" srcId="{3C2798AD-7045-4F89-A014-57A07E6EDB78}" destId="{DC5A1051-34AC-45DB-9C23-19A89F7B67B0}" srcOrd="0" destOrd="0" parTransId="{6D562C89-779A-40AB-82DE-4087261147E7}" sibTransId="{A2001529-8895-458A-9DD1-A8AF06B02380}"/>
    <dgm:cxn modelId="{5899323B-808C-4EE7-B6A8-A2F83082F7C3}" srcId="{C1F94134-40CE-4C0E-85AB-77E38C42A0B5}" destId="{E19E02CA-4C39-4B2F-BFA1-B927B8B8F51C}" srcOrd="0" destOrd="0" parTransId="{44099758-55DD-42A3-9918-A1F7A6AC4176}" sibTransId="{F7C91024-C114-4F42-9BAA-CCF3F2A4DA0C}"/>
    <dgm:cxn modelId="{6046FFDC-DF93-4B3E-87E6-42D1D9E707AF}" srcId="{C1F94134-40CE-4C0E-85AB-77E38C42A0B5}" destId="{C5E9DCE0-8E95-4926-BF14-E8539132FC31}" srcOrd="1" destOrd="0" parTransId="{29087D15-6CCA-4DCF-93C5-54EF50A4A6EF}" sibTransId="{C59C1018-AF9F-41E7-A915-0567D9A630A3}"/>
    <dgm:cxn modelId="{9D24872E-D9A9-4034-95CE-79DF50ACC9B7}" srcId="{C1F94134-40CE-4C0E-85AB-77E38C42A0B5}" destId="{DE12C416-980F-487C-A4DA-4FBE14AD5EDD}" srcOrd="4" destOrd="0" parTransId="{03BF01A5-F5BB-494F-A17A-22E338A4C968}" sibTransId="{6058B489-A1AF-4E8B-AA82-EDFAD252B284}"/>
    <dgm:cxn modelId="{66DA179F-91A2-4582-946A-A81476BCA2F2}" type="presOf" srcId="{DC5A1051-34AC-45DB-9C23-19A89F7B67B0}" destId="{375E2F1C-A1D6-4D1A-9A97-6E68F83980E1}" srcOrd="0" destOrd="0" presId="urn:microsoft.com/office/officeart/2005/8/layout/vList2"/>
    <dgm:cxn modelId="{5E0A5AA0-52A5-4A1E-8839-54AAD716E534}" srcId="{65A2FBCE-6039-47CC-BC66-1B55C22C1129}" destId="{E394E155-4D19-4B29-81BD-52F389A3DA0A}" srcOrd="0" destOrd="0" parTransId="{C7194289-FFE4-44A3-9B3E-0FEB735069A9}" sibTransId="{80C2C7B0-AAA0-4279-8AF8-B4A8D4645542}"/>
    <dgm:cxn modelId="{3B1E9E2E-F8D4-4FA4-BE0D-E51CEAE15AE0}" type="presParOf" srcId="{C8C57E55-D7DF-4843-84AC-49C96E4E57C3}" destId="{71AF1BB1-A0F9-4D6F-A0F5-0F66496EEDEA}" srcOrd="0" destOrd="0" presId="urn:microsoft.com/office/officeart/2005/8/layout/vList2"/>
    <dgm:cxn modelId="{8E1EF87D-C931-4B09-8764-F4621EF30D85}" type="presParOf" srcId="{C8C57E55-D7DF-4843-84AC-49C96E4E57C3}" destId="{4B189B1B-39D7-4DE4-B463-F04DE83B8935}" srcOrd="1" destOrd="0" presId="urn:microsoft.com/office/officeart/2005/8/layout/vList2"/>
    <dgm:cxn modelId="{71179B28-5EF8-4E2C-9164-8EB02DB7C4AD}" type="presParOf" srcId="{C8C57E55-D7DF-4843-84AC-49C96E4E57C3}" destId="{748FE23D-CE87-4AFE-A431-E09744199C11}" srcOrd="2" destOrd="0" presId="urn:microsoft.com/office/officeart/2005/8/layout/vList2"/>
    <dgm:cxn modelId="{EE6624CA-7DC6-45BD-9CB7-59991C4620B4}" type="presParOf" srcId="{C8C57E55-D7DF-4843-84AC-49C96E4E57C3}" destId="{2A331FEA-E33B-446D-AC3E-4F85F6EDE3A7}" srcOrd="3" destOrd="0" presId="urn:microsoft.com/office/officeart/2005/8/layout/vList2"/>
    <dgm:cxn modelId="{F779A692-F30E-4D98-99A5-700338AF2032}" type="presParOf" srcId="{C8C57E55-D7DF-4843-84AC-49C96E4E57C3}" destId="{BA5F36AE-AB47-4B72-AD43-28B4687D94C2}" srcOrd="4" destOrd="0" presId="urn:microsoft.com/office/officeart/2005/8/layout/vList2"/>
    <dgm:cxn modelId="{6A7F900A-92A9-4DB6-B313-63CC70512620}" type="presParOf" srcId="{C8C57E55-D7DF-4843-84AC-49C96E4E57C3}" destId="{71B5E47C-3D13-4E72-ACA8-5CD8C1ADF57E}" srcOrd="5" destOrd="0" presId="urn:microsoft.com/office/officeart/2005/8/layout/vList2"/>
    <dgm:cxn modelId="{FD335449-F8F2-4C96-819C-09BD46EBB26B}" type="presParOf" srcId="{C8C57E55-D7DF-4843-84AC-49C96E4E57C3}" destId="{387F1BF5-216A-4992-81F1-BBED6098BF3B}" srcOrd="6" destOrd="0" presId="urn:microsoft.com/office/officeart/2005/8/layout/vList2"/>
    <dgm:cxn modelId="{2E212299-266B-4E29-8F1A-2A044ABA3040}" type="presParOf" srcId="{C8C57E55-D7DF-4843-84AC-49C96E4E57C3}" destId="{375E2F1C-A1D6-4D1A-9A97-6E68F83980E1}" srcOrd="7" destOrd="0" presId="urn:microsoft.com/office/officeart/2005/8/layout/vList2"/>
    <dgm:cxn modelId="{CED7BE14-2BFC-481C-979C-9DA4BD2DF845}" type="presParOf" srcId="{C8C57E55-D7DF-4843-84AC-49C96E4E57C3}" destId="{C9BEAD64-9386-4246-A77E-248A024A8F68}" srcOrd="8" destOrd="0" presId="urn:microsoft.com/office/officeart/2005/8/layout/vList2"/>
    <dgm:cxn modelId="{9C1793D1-950D-4CAE-9982-486D5AC19BDD}" type="presParOf" srcId="{C8C57E55-D7DF-4843-84AC-49C96E4E57C3}" destId="{683505C5-8047-4750-A633-F1CEE9554D2F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09D89-8416-4925-B130-52072B0C3251}">
      <dsp:nvSpPr>
        <dsp:cNvPr id="0" name=""/>
        <dsp:cNvSpPr/>
      </dsp:nvSpPr>
      <dsp:spPr>
        <a:xfrm>
          <a:off x="94708" y="194"/>
          <a:ext cx="3765336" cy="150613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0" bIns="381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6000" kern="1200" dirty="0" smtClean="0">
              <a:solidFill>
                <a:schemeClr val="tx1"/>
              </a:solidFill>
              <a:latin typeface="+mj-lt"/>
            </a:rPr>
            <a:t>Цель</a:t>
          </a:r>
          <a:endParaRPr lang="ru-RU" sz="6000" kern="1200" dirty="0">
            <a:solidFill>
              <a:schemeClr val="tx1"/>
            </a:solidFill>
            <a:latin typeface="+mj-lt"/>
          </a:endParaRPr>
        </a:p>
      </dsp:txBody>
      <dsp:txXfrm>
        <a:off x="847775" y="194"/>
        <a:ext cx="2259202" cy="1506134"/>
      </dsp:txXfrm>
    </dsp:sp>
    <dsp:sp modelId="{F0C6BF9C-8781-40D3-8237-CA01A70F039A}">
      <dsp:nvSpPr>
        <dsp:cNvPr id="0" name=""/>
        <dsp:cNvSpPr/>
      </dsp:nvSpPr>
      <dsp:spPr>
        <a:xfrm>
          <a:off x="3370551" y="128215"/>
          <a:ext cx="8272043" cy="125009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alpha val="90000"/>
              <a:tint val="4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lvl="0" algn="ctr" defTabSz="1600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3600" kern="1200" dirty="0" smtClean="0"/>
            <a:t>Разработать приложение </a:t>
          </a:r>
        </a:p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для обмена данными с роботом</a:t>
          </a:r>
          <a:endParaRPr lang="ru-RU" sz="3600" kern="1200" dirty="0">
            <a:latin typeface="+mj-lt"/>
          </a:endParaRPr>
        </a:p>
      </dsp:txBody>
      <dsp:txXfrm>
        <a:off x="3995597" y="128215"/>
        <a:ext cx="7021952" cy="1250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6002" y="738885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Задачи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21408" y="754291"/>
        <a:ext cx="5592326" cy="495183"/>
      </dsp:txXfrm>
    </dsp:sp>
    <dsp:sp modelId="{E97F6A05-7D7E-42CF-A025-783C256FF1A4}">
      <dsp:nvSpPr>
        <dsp:cNvPr id="0" name=""/>
        <dsp:cNvSpPr/>
      </dsp:nvSpPr>
      <dsp:spPr>
        <a:xfrm>
          <a:off x="568316" y="1264881"/>
          <a:ext cx="562313" cy="394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496"/>
              </a:lnTo>
              <a:lnTo>
                <a:pt x="562313" y="3944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7AEA4A-0E44-40E5-A385-7D114752559D}">
      <dsp:nvSpPr>
        <dsp:cNvPr id="0" name=""/>
        <dsp:cNvSpPr/>
      </dsp:nvSpPr>
      <dsp:spPr>
        <a:xfrm>
          <a:off x="1130630" y="1396380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Определить необходимый функционал приложения</a:t>
          </a:r>
          <a:endParaRPr lang="ru-RU" sz="2000" kern="1200" dirty="0">
            <a:latin typeface="+mj-lt"/>
          </a:endParaRPr>
        </a:p>
      </dsp:txBody>
      <dsp:txXfrm>
        <a:off x="1146036" y="1411786"/>
        <a:ext cx="4361666" cy="495183"/>
      </dsp:txXfrm>
    </dsp:sp>
    <dsp:sp modelId="{A95987E4-1E09-47F4-818D-61FCF22EA304}">
      <dsp:nvSpPr>
        <dsp:cNvPr id="0" name=""/>
        <dsp:cNvSpPr/>
      </dsp:nvSpPr>
      <dsp:spPr>
        <a:xfrm>
          <a:off x="568316" y="1264881"/>
          <a:ext cx="562313" cy="1051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1991"/>
              </a:lnTo>
              <a:lnTo>
                <a:pt x="562313" y="10519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B4ADA-0B7F-410D-8FB4-FFABE0DAD0D7}">
      <dsp:nvSpPr>
        <dsp:cNvPr id="0" name=""/>
        <dsp:cNvSpPr/>
      </dsp:nvSpPr>
      <dsp:spPr>
        <a:xfrm>
          <a:off x="1130630" y="2053875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Подготовить</a:t>
          </a:r>
          <a:r>
            <a:rPr lang="ru-RU" sz="2000" kern="1200" baseline="0" dirty="0" smtClean="0">
              <a:latin typeface="+mj-lt"/>
            </a:rPr>
            <a:t> структуру приложения</a:t>
          </a:r>
          <a:endParaRPr lang="ru-RU" sz="2000" kern="1200" dirty="0">
            <a:latin typeface="+mj-lt"/>
          </a:endParaRPr>
        </a:p>
      </dsp:txBody>
      <dsp:txXfrm>
        <a:off x="1146036" y="2069281"/>
        <a:ext cx="4361666" cy="495183"/>
      </dsp:txXfrm>
    </dsp:sp>
    <dsp:sp modelId="{6BCDF554-0152-4C23-811D-A6805B9A61D1}">
      <dsp:nvSpPr>
        <dsp:cNvPr id="0" name=""/>
        <dsp:cNvSpPr/>
      </dsp:nvSpPr>
      <dsp:spPr>
        <a:xfrm>
          <a:off x="568316" y="1264881"/>
          <a:ext cx="562313" cy="1709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9486"/>
              </a:lnTo>
              <a:lnTo>
                <a:pt x="562313" y="17094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D87AF-4F2B-4280-BC55-B6F24CE01CDA}">
      <dsp:nvSpPr>
        <dsp:cNvPr id="0" name=""/>
        <dsp:cNvSpPr/>
      </dsp:nvSpPr>
      <dsp:spPr>
        <a:xfrm>
          <a:off x="1130630" y="2711370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solidFill>
                <a:schemeClr val="tx1"/>
              </a:solidFill>
              <a:latin typeface="+mj-lt"/>
            </a:rPr>
            <a:t>Подготовить</a:t>
          </a:r>
          <a:r>
            <a:rPr lang="en-US" sz="2000" kern="1200" dirty="0" smtClean="0">
              <a:solidFill>
                <a:schemeClr val="tx1"/>
              </a:solidFill>
              <a:latin typeface="+mj-lt"/>
            </a:rPr>
            <a:t> UI-</a:t>
          </a:r>
          <a:r>
            <a:rPr lang="ru-RU" sz="2000" kern="1200" dirty="0" smtClean="0">
              <a:solidFill>
                <a:schemeClr val="tx1"/>
              </a:solidFill>
              <a:latin typeface="+mj-lt"/>
            </a:rPr>
            <a:t>шаблоны окон</a:t>
          </a:r>
          <a:endParaRPr lang="ru-RU" sz="2000" kern="1200" dirty="0">
            <a:solidFill>
              <a:schemeClr val="tx1"/>
            </a:solidFill>
            <a:latin typeface="+mj-lt"/>
          </a:endParaRPr>
        </a:p>
      </dsp:txBody>
      <dsp:txXfrm>
        <a:off x="1146036" y="2726776"/>
        <a:ext cx="4361666" cy="495183"/>
      </dsp:txXfrm>
    </dsp:sp>
    <dsp:sp modelId="{9D657C63-8E28-41F3-AFF5-73484B85CBD7}">
      <dsp:nvSpPr>
        <dsp:cNvPr id="0" name=""/>
        <dsp:cNvSpPr/>
      </dsp:nvSpPr>
      <dsp:spPr>
        <a:xfrm>
          <a:off x="568316" y="1264881"/>
          <a:ext cx="562313" cy="2366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6981"/>
              </a:lnTo>
              <a:lnTo>
                <a:pt x="562313" y="23669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1AA30-00C1-4691-8DB7-2F73B4AEEC93}">
      <dsp:nvSpPr>
        <dsp:cNvPr id="0" name=""/>
        <dsp:cNvSpPr/>
      </dsp:nvSpPr>
      <dsp:spPr>
        <a:xfrm>
          <a:off x="1130630" y="3368865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Создать классы для реализации окон</a:t>
          </a:r>
          <a:r>
            <a:rPr lang="en-US" sz="2000" kern="1200" dirty="0" smtClean="0">
              <a:latin typeface="+mj-lt"/>
            </a:rPr>
            <a:t>,</a:t>
          </a:r>
          <a:r>
            <a:rPr lang="ru-RU" sz="2000" kern="1200" dirty="0" smtClean="0">
              <a:latin typeface="+mj-lt"/>
            </a:rPr>
            <a:t> карты</a:t>
          </a:r>
          <a:r>
            <a:rPr lang="en-US" sz="2000" kern="1200" dirty="0" smtClean="0">
              <a:latin typeface="+mj-lt"/>
            </a:rPr>
            <a:t> </a:t>
          </a:r>
          <a:r>
            <a:rPr lang="ru-RU" sz="2000" kern="1200" dirty="0" smtClean="0">
              <a:latin typeface="+mj-lt"/>
            </a:rPr>
            <a:t>и </a:t>
          </a:r>
          <a:r>
            <a:rPr lang="en-US" sz="2000" kern="1200" dirty="0" err="1" smtClean="0">
              <a:latin typeface="+mj-lt"/>
            </a:rPr>
            <a:t>bluetooth</a:t>
          </a:r>
          <a:endParaRPr lang="ru-RU" sz="2000" kern="1200" dirty="0">
            <a:latin typeface="+mj-lt"/>
          </a:endParaRPr>
        </a:p>
      </dsp:txBody>
      <dsp:txXfrm>
        <a:off x="1146036" y="3384271"/>
        <a:ext cx="4361666" cy="495183"/>
      </dsp:txXfrm>
    </dsp:sp>
    <dsp:sp modelId="{74E993EC-8E18-4068-ACB4-AC69DB249FBA}">
      <dsp:nvSpPr>
        <dsp:cNvPr id="0" name=""/>
        <dsp:cNvSpPr/>
      </dsp:nvSpPr>
      <dsp:spPr>
        <a:xfrm>
          <a:off x="568316" y="1264881"/>
          <a:ext cx="562313" cy="302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4476"/>
              </a:lnTo>
              <a:lnTo>
                <a:pt x="562313" y="3024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9E108-7674-4463-A2EF-68C823D0F069}">
      <dsp:nvSpPr>
        <dsp:cNvPr id="0" name=""/>
        <dsp:cNvSpPr/>
      </dsp:nvSpPr>
      <dsp:spPr>
        <a:xfrm>
          <a:off x="1130630" y="4026360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Протестировать</a:t>
          </a:r>
          <a:r>
            <a:rPr lang="ru-RU" sz="2000" kern="1200" baseline="0" dirty="0" smtClean="0">
              <a:latin typeface="+mj-lt"/>
            </a:rPr>
            <a:t> работу приложения</a:t>
          </a:r>
          <a:endParaRPr lang="ru-RU" sz="2000" kern="1200" dirty="0">
            <a:latin typeface="+mj-lt"/>
          </a:endParaRPr>
        </a:p>
      </dsp:txBody>
      <dsp:txXfrm>
        <a:off x="1146036" y="4041766"/>
        <a:ext cx="4361666" cy="495183"/>
      </dsp:txXfrm>
    </dsp:sp>
    <dsp:sp modelId="{4C89AFA7-F26A-4743-AD14-61CA329241AC}">
      <dsp:nvSpPr>
        <dsp:cNvPr id="0" name=""/>
        <dsp:cNvSpPr/>
      </dsp:nvSpPr>
      <dsp:spPr>
        <a:xfrm>
          <a:off x="5892138" y="738885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Технологии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5907544" y="754291"/>
        <a:ext cx="5592326" cy="495183"/>
      </dsp:txXfrm>
    </dsp:sp>
    <dsp:sp modelId="{F4119F7C-9096-42B4-9EA4-97AAE22CF2C5}">
      <dsp:nvSpPr>
        <dsp:cNvPr id="0" name=""/>
        <dsp:cNvSpPr/>
      </dsp:nvSpPr>
      <dsp:spPr>
        <a:xfrm>
          <a:off x="6454452" y="1264881"/>
          <a:ext cx="562313" cy="394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496"/>
              </a:lnTo>
              <a:lnTo>
                <a:pt x="562313" y="3944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B4D29-4244-435C-85B4-B866B31F1410}">
      <dsp:nvSpPr>
        <dsp:cNvPr id="0" name=""/>
        <dsp:cNvSpPr/>
      </dsp:nvSpPr>
      <dsp:spPr>
        <a:xfrm>
          <a:off x="7016766" y="1396380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Язык программирования </a:t>
          </a:r>
          <a:r>
            <a:rPr lang="en-US" sz="2000" kern="1200" dirty="0" smtClean="0">
              <a:latin typeface="+mj-lt"/>
            </a:rPr>
            <a:t>Python</a:t>
          </a:r>
          <a:endParaRPr lang="ru-RU" sz="2000" kern="1200" dirty="0">
            <a:latin typeface="+mj-lt"/>
          </a:endParaRPr>
        </a:p>
      </dsp:txBody>
      <dsp:txXfrm>
        <a:off x="7032172" y="1411786"/>
        <a:ext cx="4361666" cy="495183"/>
      </dsp:txXfrm>
    </dsp:sp>
    <dsp:sp modelId="{6F8EC973-2E21-432C-9D2E-DA333D8DDB44}">
      <dsp:nvSpPr>
        <dsp:cNvPr id="0" name=""/>
        <dsp:cNvSpPr/>
      </dsp:nvSpPr>
      <dsp:spPr>
        <a:xfrm>
          <a:off x="6454452" y="1264881"/>
          <a:ext cx="562313" cy="1051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1991"/>
              </a:lnTo>
              <a:lnTo>
                <a:pt x="562313" y="10519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DFE44-5669-4C29-8ADB-A6789EA566FF}">
      <dsp:nvSpPr>
        <dsp:cNvPr id="0" name=""/>
        <dsp:cNvSpPr/>
      </dsp:nvSpPr>
      <dsp:spPr>
        <a:xfrm>
          <a:off x="7016766" y="2053875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Язык </a:t>
          </a:r>
          <a:r>
            <a:rPr lang="en-US" sz="2000" kern="1200" dirty="0" smtClean="0">
              <a:latin typeface="+mj-lt"/>
            </a:rPr>
            <a:t>HTML, JavaScript </a:t>
          </a:r>
          <a:r>
            <a:rPr lang="ru-RU" sz="2000" kern="1200" dirty="0" smtClean="0">
              <a:latin typeface="+mj-lt"/>
            </a:rPr>
            <a:t>и </a:t>
          </a:r>
          <a:r>
            <a:rPr lang="en-US" sz="2000" kern="1200" dirty="0" smtClean="0">
              <a:latin typeface="+mj-lt"/>
            </a:rPr>
            <a:t>API </a:t>
          </a:r>
          <a:r>
            <a:rPr lang="ru-RU" sz="2000" kern="1200" dirty="0" smtClean="0">
              <a:latin typeface="+mj-lt"/>
            </a:rPr>
            <a:t>Яндекс Карт</a:t>
          </a:r>
          <a:r>
            <a:rPr lang="en-US" sz="2000" kern="1200" dirty="0" smtClean="0">
              <a:latin typeface="+mj-lt"/>
            </a:rPr>
            <a:t> </a:t>
          </a:r>
          <a:endParaRPr lang="ru-RU" sz="2000" kern="1200" dirty="0">
            <a:latin typeface="+mj-lt"/>
          </a:endParaRPr>
        </a:p>
      </dsp:txBody>
      <dsp:txXfrm>
        <a:off x="7032172" y="2069281"/>
        <a:ext cx="4361666" cy="495183"/>
      </dsp:txXfrm>
    </dsp:sp>
    <dsp:sp modelId="{C6C927BA-03AC-4749-867B-1F230314957A}">
      <dsp:nvSpPr>
        <dsp:cNvPr id="0" name=""/>
        <dsp:cNvSpPr/>
      </dsp:nvSpPr>
      <dsp:spPr>
        <a:xfrm>
          <a:off x="6454452" y="1264881"/>
          <a:ext cx="562313" cy="1709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9486"/>
              </a:lnTo>
              <a:lnTo>
                <a:pt x="562313" y="17094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FC73D-D7D3-4048-8885-9BC1C7E65738}">
      <dsp:nvSpPr>
        <dsp:cNvPr id="0" name=""/>
        <dsp:cNvSpPr/>
      </dsp:nvSpPr>
      <dsp:spPr>
        <a:xfrm>
          <a:off x="7016766" y="2711370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Библиотека </a:t>
          </a:r>
          <a:r>
            <a:rPr lang="en-US" sz="2000" kern="1200" dirty="0" smtClean="0">
              <a:latin typeface="+mj-lt"/>
            </a:rPr>
            <a:t>PyQt6 </a:t>
          </a:r>
          <a:r>
            <a:rPr lang="ru-RU" sz="2000" kern="1200" dirty="0" smtClean="0">
              <a:latin typeface="+mj-lt"/>
            </a:rPr>
            <a:t>и </a:t>
          </a:r>
          <a:r>
            <a:rPr lang="en-US" sz="2000" kern="1200" dirty="0" err="1" smtClean="0">
              <a:latin typeface="+mj-lt"/>
            </a:rPr>
            <a:t>QWebEngine</a:t>
          </a:r>
          <a:endParaRPr lang="ru-RU" sz="2000" kern="1200" dirty="0">
            <a:latin typeface="+mj-lt"/>
          </a:endParaRPr>
        </a:p>
      </dsp:txBody>
      <dsp:txXfrm>
        <a:off x="7032172" y="2726776"/>
        <a:ext cx="4361666" cy="495183"/>
      </dsp:txXfrm>
    </dsp:sp>
    <dsp:sp modelId="{1CAA8E40-1203-46F3-9FE8-C2DC06D068C8}">
      <dsp:nvSpPr>
        <dsp:cNvPr id="0" name=""/>
        <dsp:cNvSpPr/>
      </dsp:nvSpPr>
      <dsp:spPr>
        <a:xfrm>
          <a:off x="6454452" y="1264881"/>
          <a:ext cx="562313" cy="2366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6981"/>
              </a:lnTo>
              <a:lnTo>
                <a:pt x="562313" y="23669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384D9F-C2E5-416C-A216-AFB19D60F022}">
      <dsp:nvSpPr>
        <dsp:cNvPr id="0" name=""/>
        <dsp:cNvSpPr/>
      </dsp:nvSpPr>
      <dsp:spPr>
        <a:xfrm>
          <a:off x="7016766" y="3368865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Библиотека</a:t>
          </a:r>
          <a:r>
            <a:rPr lang="en-US" sz="2000" kern="1200" dirty="0" smtClean="0">
              <a:latin typeface="+mj-lt"/>
            </a:rPr>
            <a:t> </a:t>
          </a:r>
          <a:r>
            <a:rPr lang="ru-RU" sz="2000" kern="1200" dirty="0" smtClean="0">
              <a:latin typeface="+mj-lt"/>
            </a:rPr>
            <a:t>для </a:t>
          </a:r>
          <a:r>
            <a:rPr lang="en-US" sz="2000" kern="1200" dirty="0" err="1" smtClean="0">
              <a:latin typeface="+mj-lt"/>
            </a:rPr>
            <a:t>bluetooth</a:t>
          </a:r>
          <a:endParaRPr lang="ru-RU" sz="2000" kern="1200" dirty="0">
            <a:latin typeface="+mj-lt"/>
          </a:endParaRPr>
        </a:p>
      </dsp:txBody>
      <dsp:txXfrm>
        <a:off x="7032172" y="3384271"/>
        <a:ext cx="4361666" cy="495183"/>
      </dsp:txXfrm>
    </dsp:sp>
    <dsp:sp modelId="{5CAFBE8B-CE8D-4340-B5D9-0E9DAC83A672}">
      <dsp:nvSpPr>
        <dsp:cNvPr id="0" name=""/>
        <dsp:cNvSpPr/>
      </dsp:nvSpPr>
      <dsp:spPr>
        <a:xfrm>
          <a:off x="6454452" y="1264881"/>
          <a:ext cx="562313" cy="302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4476"/>
              </a:lnTo>
              <a:lnTo>
                <a:pt x="562313" y="3024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9B5C8D-3D94-4F4C-A418-66314CA66898}">
      <dsp:nvSpPr>
        <dsp:cNvPr id="0" name=""/>
        <dsp:cNvSpPr/>
      </dsp:nvSpPr>
      <dsp:spPr>
        <a:xfrm>
          <a:off x="7016766" y="4026360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Среда программирования </a:t>
          </a:r>
          <a:r>
            <a:rPr lang="en-US" sz="2000" kern="1200" dirty="0" err="1" smtClean="0">
              <a:latin typeface="+mj-lt"/>
            </a:rPr>
            <a:t>PyCharm</a:t>
          </a:r>
          <a:endParaRPr lang="ru-RU" sz="2000" kern="1200" dirty="0">
            <a:latin typeface="+mj-lt"/>
          </a:endParaRPr>
        </a:p>
      </dsp:txBody>
      <dsp:txXfrm>
        <a:off x="7032172" y="4041766"/>
        <a:ext cx="4361666" cy="495183"/>
      </dsp:txXfrm>
    </dsp:sp>
    <dsp:sp modelId="{EC47FCF6-2AB3-46B9-AB74-F75F42BCEBCC}">
      <dsp:nvSpPr>
        <dsp:cNvPr id="0" name=""/>
        <dsp:cNvSpPr/>
      </dsp:nvSpPr>
      <dsp:spPr>
        <a:xfrm>
          <a:off x="6454452" y="1264881"/>
          <a:ext cx="562313" cy="3681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81971"/>
              </a:lnTo>
              <a:lnTo>
                <a:pt x="562313" y="36819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E9D80D-BC24-4A67-B6C2-8151A2B77A8D}">
      <dsp:nvSpPr>
        <dsp:cNvPr id="0" name=""/>
        <dsp:cNvSpPr/>
      </dsp:nvSpPr>
      <dsp:spPr>
        <a:xfrm>
          <a:off x="7016766" y="4683855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latin typeface="+mj-lt"/>
            </a:rPr>
            <a:t>QtDesigner</a:t>
          </a:r>
          <a:r>
            <a:rPr lang="en-US" sz="2000" kern="1200" dirty="0" smtClean="0">
              <a:latin typeface="+mj-lt"/>
            </a:rPr>
            <a:t> </a:t>
          </a:r>
          <a:r>
            <a:rPr lang="ru-RU" sz="2000" kern="1200" dirty="0" smtClean="0">
              <a:latin typeface="+mj-lt"/>
            </a:rPr>
            <a:t>для создания интерфейса</a:t>
          </a:r>
          <a:endParaRPr lang="ru-RU" sz="2000" kern="1200" dirty="0">
            <a:latin typeface="+mj-lt"/>
          </a:endParaRPr>
        </a:p>
      </dsp:txBody>
      <dsp:txXfrm>
        <a:off x="7032172" y="4699261"/>
        <a:ext cx="4361666" cy="495183"/>
      </dsp:txXfrm>
    </dsp:sp>
    <dsp:sp modelId="{47F1C868-E714-48E5-A477-0D72E57E04F4}">
      <dsp:nvSpPr>
        <dsp:cNvPr id="0" name=""/>
        <dsp:cNvSpPr/>
      </dsp:nvSpPr>
      <dsp:spPr>
        <a:xfrm>
          <a:off x="6454452" y="1264881"/>
          <a:ext cx="562313" cy="4339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9466"/>
              </a:lnTo>
              <a:lnTo>
                <a:pt x="562313" y="433946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F5969-E152-4803-8A8B-E692DC6F4EFB}">
      <dsp:nvSpPr>
        <dsp:cNvPr id="0" name=""/>
        <dsp:cNvSpPr/>
      </dsp:nvSpPr>
      <dsp:spPr>
        <a:xfrm>
          <a:off x="7016766" y="5341350"/>
          <a:ext cx="4392478" cy="525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Технологии </a:t>
          </a:r>
          <a:r>
            <a:rPr lang="en-US" sz="2000" kern="1200" dirty="0" err="1" smtClean="0">
              <a:latin typeface="+mj-lt"/>
            </a:rPr>
            <a:t>Git</a:t>
          </a:r>
          <a:endParaRPr lang="ru-RU" sz="2000" kern="1200" dirty="0">
            <a:latin typeface="+mj-lt"/>
          </a:endParaRPr>
        </a:p>
      </dsp:txBody>
      <dsp:txXfrm>
        <a:off x="7032172" y="5356756"/>
        <a:ext cx="4361666" cy="4951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84AB9-2C5D-4FD3-A020-30CEDEDD4D37}">
      <dsp:nvSpPr>
        <dsp:cNvPr id="0" name=""/>
        <dsp:cNvSpPr/>
      </dsp:nvSpPr>
      <dsp:spPr>
        <a:xfrm>
          <a:off x="-6269477" y="-959073"/>
          <a:ext cx="7462763" cy="7462763"/>
        </a:xfrm>
        <a:prstGeom prst="blockArc">
          <a:avLst>
            <a:gd name="adj1" fmla="val 18900000"/>
            <a:gd name="adj2" fmla="val 2700000"/>
            <a:gd name="adj3" fmla="val 289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838CF3-9F64-42B7-9563-6E9BB2255DED}">
      <dsp:nvSpPr>
        <dsp:cNvPr id="0" name=""/>
        <dsp:cNvSpPr/>
      </dsp:nvSpPr>
      <dsp:spPr>
        <a:xfrm>
          <a:off x="521356" y="346427"/>
          <a:ext cx="9625208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Установка связи с роботом через </a:t>
          </a:r>
          <a:r>
            <a:rPr lang="ru-RU" sz="2200" b="0" i="0" kern="1200" dirty="0" err="1" smtClean="0"/>
            <a:t>Bluetooth</a:t>
          </a:r>
          <a:r>
            <a:rPr lang="ru-RU" sz="2200" b="0" i="0" kern="1200" dirty="0" smtClean="0"/>
            <a:t> для обмена данными</a:t>
          </a:r>
          <a:endParaRPr lang="ru-RU" sz="2200" kern="1200" dirty="0">
            <a:latin typeface="+mj-lt"/>
          </a:endParaRPr>
        </a:p>
      </dsp:txBody>
      <dsp:txXfrm>
        <a:off x="521356" y="346427"/>
        <a:ext cx="9625208" cy="693298"/>
      </dsp:txXfrm>
    </dsp:sp>
    <dsp:sp modelId="{CCB56C12-1909-42DF-96E2-E08022607811}">
      <dsp:nvSpPr>
        <dsp:cNvPr id="0" name=""/>
        <dsp:cNvSpPr/>
      </dsp:nvSpPr>
      <dsp:spPr>
        <a:xfrm rot="10800000">
          <a:off x="88044" y="259765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D543A-3759-4AE2-963F-DA1A41DEFAB5}">
      <dsp:nvSpPr>
        <dsp:cNvPr id="0" name=""/>
        <dsp:cNvSpPr/>
      </dsp:nvSpPr>
      <dsp:spPr>
        <a:xfrm>
          <a:off x="1018153" y="1386043"/>
          <a:ext cx="9128410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Отображение текущего состояние робота: заряд батареи, режим робота, информация о проделанной работе</a:t>
          </a:r>
          <a:endParaRPr lang="ru-RU" sz="2200" kern="1200" dirty="0">
            <a:latin typeface="+mj-lt"/>
          </a:endParaRPr>
        </a:p>
      </dsp:txBody>
      <dsp:txXfrm>
        <a:off x="1018153" y="1386043"/>
        <a:ext cx="9128410" cy="693298"/>
      </dsp:txXfrm>
    </dsp:sp>
    <dsp:sp modelId="{AE770D29-8739-4C03-AE21-3136AFC9E1A3}">
      <dsp:nvSpPr>
        <dsp:cNvPr id="0" name=""/>
        <dsp:cNvSpPr/>
      </dsp:nvSpPr>
      <dsp:spPr>
        <a:xfrm rot="10800000">
          <a:off x="584841" y="1299380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0B6F2-57AD-4920-9F00-797C8007C059}">
      <dsp:nvSpPr>
        <dsp:cNvPr id="0" name=""/>
        <dsp:cNvSpPr/>
      </dsp:nvSpPr>
      <dsp:spPr>
        <a:xfrm>
          <a:off x="1170630" y="2425658"/>
          <a:ext cx="8975934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Моделирование области поиска, отображение её на карте в удобном для человека формате и сохранение в компьютере</a:t>
          </a:r>
          <a:endParaRPr lang="ru-RU" sz="2200" kern="1200" dirty="0">
            <a:latin typeface="+mj-lt"/>
          </a:endParaRPr>
        </a:p>
      </dsp:txBody>
      <dsp:txXfrm>
        <a:off x="1170630" y="2425658"/>
        <a:ext cx="8975934" cy="693298"/>
      </dsp:txXfrm>
    </dsp:sp>
    <dsp:sp modelId="{FEBBB57F-57A7-4DD2-B20A-8704AF0713C0}">
      <dsp:nvSpPr>
        <dsp:cNvPr id="0" name=""/>
        <dsp:cNvSpPr/>
      </dsp:nvSpPr>
      <dsp:spPr>
        <a:xfrm rot="10800000">
          <a:off x="737318" y="2338996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87C9B-E93D-448C-B57D-C16088254931}">
      <dsp:nvSpPr>
        <dsp:cNvPr id="0" name=""/>
        <dsp:cNvSpPr/>
      </dsp:nvSpPr>
      <dsp:spPr>
        <a:xfrm>
          <a:off x="1018153" y="3465274"/>
          <a:ext cx="9128410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Отправка</a:t>
          </a:r>
          <a:r>
            <a:rPr lang="ru-RU" sz="3600" b="0" i="0" kern="1200" dirty="0" smtClean="0"/>
            <a:t> </a:t>
          </a:r>
          <a:r>
            <a:rPr lang="ru-RU" sz="2200" b="0" i="0" kern="1200" dirty="0" smtClean="0"/>
            <a:t>роботу области поиска</a:t>
          </a:r>
          <a:endParaRPr lang="ru-RU" sz="2200" b="0" i="0" kern="1200" dirty="0"/>
        </a:p>
      </dsp:txBody>
      <dsp:txXfrm>
        <a:off x="1018153" y="3465274"/>
        <a:ext cx="9128410" cy="693298"/>
      </dsp:txXfrm>
    </dsp:sp>
    <dsp:sp modelId="{9CE5E5E4-13FF-4CF7-8093-20979C95EBD6}">
      <dsp:nvSpPr>
        <dsp:cNvPr id="0" name=""/>
        <dsp:cNvSpPr/>
      </dsp:nvSpPr>
      <dsp:spPr>
        <a:xfrm rot="10800000">
          <a:off x="584841" y="3378611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D1673-A403-42E9-A45E-9112A0CD1810}">
      <dsp:nvSpPr>
        <dsp:cNvPr id="0" name=""/>
        <dsp:cNvSpPr/>
      </dsp:nvSpPr>
      <dsp:spPr>
        <a:xfrm>
          <a:off x="521356" y="4504889"/>
          <a:ext cx="9625208" cy="69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 prst="relaxedInset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306" tIns="55880" rIns="55880" bIns="5588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 smtClean="0"/>
            <a:t>Получение от робота данных (точки с найденным металлом), отображение их на карте и сохранение</a:t>
          </a:r>
          <a:endParaRPr lang="ru-RU" sz="2200" kern="1200" dirty="0">
            <a:latin typeface="+mj-lt"/>
          </a:endParaRPr>
        </a:p>
      </dsp:txBody>
      <dsp:txXfrm>
        <a:off x="521356" y="4504889"/>
        <a:ext cx="9625208" cy="693298"/>
      </dsp:txXfrm>
    </dsp:sp>
    <dsp:sp modelId="{9AFFACDF-E934-4735-BC49-97379F1BCA32}">
      <dsp:nvSpPr>
        <dsp:cNvPr id="0" name=""/>
        <dsp:cNvSpPr/>
      </dsp:nvSpPr>
      <dsp:spPr>
        <a:xfrm rot="10800000">
          <a:off x="88044" y="4418227"/>
          <a:ext cx="866623" cy="866623"/>
        </a:xfrm>
        <a:prstGeom prst="flowChartDisplay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495574" y="4109"/>
          <a:ext cx="6450070" cy="6033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solidFill>
                <a:schemeClr val="bg1"/>
              </a:solidFill>
              <a:latin typeface="+mj-lt"/>
            </a:rPr>
            <a:t>Вкладка «Карта»</a:t>
          </a:r>
          <a:endParaRPr lang="ru-RU" sz="3400" kern="1200" dirty="0">
            <a:solidFill>
              <a:schemeClr val="bg1"/>
            </a:solidFill>
            <a:latin typeface="+mj-lt"/>
          </a:endParaRPr>
        </a:p>
      </dsp:txBody>
      <dsp:txXfrm>
        <a:off x="513245" y="21780"/>
        <a:ext cx="6414728" cy="568006"/>
      </dsp:txXfrm>
    </dsp:sp>
    <dsp:sp modelId="{AF5077CE-5C10-43B0-B87C-CAD71B997BD6}">
      <dsp:nvSpPr>
        <dsp:cNvPr id="0" name=""/>
        <dsp:cNvSpPr/>
      </dsp:nvSpPr>
      <dsp:spPr>
        <a:xfrm>
          <a:off x="1140581" y="607458"/>
          <a:ext cx="432737" cy="433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261"/>
              </a:lnTo>
              <a:lnTo>
                <a:pt x="432737" y="4332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A690F-E500-4DF0-9FDE-072145D073D2}">
      <dsp:nvSpPr>
        <dsp:cNvPr id="0" name=""/>
        <dsp:cNvSpPr/>
      </dsp:nvSpPr>
      <dsp:spPr>
        <a:xfrm>
          <a:off x="1573318" y="748641"/>
          <a:ext cx="5369432" cy="584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Отображение карты реальной местности с использованием </a:t>
          </a:r>
          <a:r>
            <a:rPr lang="ru-RU" sz="1600" i="1" kern="1200" dirty="0" smtClean="0">
              <a:latin typeface="+mj-lt"/>
            </a:rPr>
            <a:t>JS APY Яндекс Карт</a:t>
          </a:r>
          <a:endParaRPr lang="ru-RU" sz="1600" i="1" kern="1200" dirty="0">
            <a:latin typeface="+mj-lt"/>
          </a:endParaRPr>
        </a:p>
      </dsp:txBody>
      <dsp:txXfrm>
        <a:off x="1590427" y="765750"/>
        <a:ext cx="5335214" cy="549937"/>
      </dsp:txXfrm>
    </dsp:sp>
    <dsp:sp modelId="{E97F6A05-7D7E-42CF-A025-783C256FF1A4}">
      <dsp:nvSpPr>
        <dsp:cNvPr id="0" name=""/>
        <dsp:cNvSpPr/>
      </dsp:nvSpPr>
      <dsp:spPr>
        <a:xfrm>
          <a:off x="1140581" y="607458"/>
          <a:ext cx="432737" cy="11758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898"/>
              </a:lnTo>
              <a:lnTo>
                <a:pt x="432737" y="11758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7AEA4A-0E44-40E5-A385-7D114752559D}">
      <dsp:nvSpPr>
        <dsp:cNvPr id="0" name=""/>
        <dsp:cNvSpPr/>
      </dsp:nvSpPr>
      <dsp:spPr>
        <a:xfrm>
          <a:off x="1573318" y="1469033"/>
          <a:ext cx="5369432" cy="628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latin typeface="+mj-lt"/>
            </a:rPr>
            <a:t>«Рисовать полигон»</a:t>
          </a:r>
          <a:r>
            <a:rPr lang="ru-RU" sz="1600" kern="1200" dirty="0" smtClean="0">
              <a:latin typeface="+mj-lt"/>
            </a:rPr>
            <a:t>: рисование на карте области поиска через добавление вершин</a:t>
          </a:r>
          <a:endParaRPr lang="ru-RU" sz="1600" kern="1200" dirty="0">
            <a:latin typeface="+mj-lt"/>
          </a:endParaRPr>
        </a:p>
      </dsp:txBody>
      <dsp:txXfrm>
        <a:off x="1591730" y="1487445"/>
        <a:ext cx="5332608" cy="591822"/>
      </dsp:txXfrm>
    </dsp:sp>
    <dsp:sp modelId="{6BCDF554-0152-4C23-811D-A6805B9A61D1}">
      <dsp:nvSpPr>
        <dsp:cNvPr id="0" name=""/>
        <dsp:cNvSpPr/>
      </dsp:nvSpPr>
      <dsp:spPr>
        <a:xfrm>
          <a:off x="1140581" y="607458"/>
          <a:ext cx="432737" cy="1980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0837"/>
              </a:lnTo>
              <a:lnTo>
                <a:pt x="432737" y="1980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D87AF-4F2B-4280-BC55-B6F24CE01CDA}">
      <dsp:nvSpPr>
        <dsp:cNvPr id="0" name=""/>
        <dsp:cNvSpPr/>
      </dsp:nvSpPr>
      <dsp:spPr>
        <a:xfrm>
          <a:off x="1573318" y="2273972"/>
          <a:ext cx="5369432" cy="628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Режим «</a:t>
          </a:r>
          <a:r>
            <a:rPr lang="ru-RU" sz="1600" b="1" kern="1200" dirty="0" smtClean="0">
              <a:latin typeface="+mj-lt"/>
            </a:rPr>
            <a:t>курсор»</a:t>
          </a:r>
          <a:r>
            <a:rPr lang="ru-RU" sz="1600" kern="1200" dirty="0" smtClean="0">
              <a:latin typeface="+mj-lt"/>
            </a:rPr>
            <a:t> позволяет двигать и редактировать вершины и рёбра созданного полигона</a:t>
          </a:r>
          <a:endParaRPr lang="ru-RU" sz="1600" kern="1200" dirty="0">
            <a:latin typeface="+mj-lt"/>
          </a:endParaRPr>
        </a:p>
      </dsp:txBody>
      <dsp:txXfrm>
        <a:off x="1591730" y="2292384"/>
        <a:ext cx="5332608" cy="591822"/>
      </dsp:txXfrm>
    </dsp:sp>
    <dsp:sp modelId="{D54F1CAC-D3BF-4951-ACB6-92E2EA295FE9}">
      <dsp:nvSpPr>
        <dsp:cNvPr id="0" name=""/>
        <dsp:cNvSpPr/>
      </dsp:nvSpPr>
      <dsp:spPr>
        <a:xfrm>
          <a:off x="1140581" y="607458"/>
          <a:ext cx="432737" cy="27603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60321"/>
              </a:lnTo>
              <a:lnTo>
                <a:pt x="432737" y="27603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5618-161E-4D31-A831-7E0237EAAD42}">
      <dsp:nvSpPr>
        <dsp:cNvPr id="0" name=""/>
        <dsp:cNvSpPr/>
      </dsp:nvSpPr>
      <dsp:spPr>
        <a:xfrm>
          <a:off x="1573318" y="3053456"/>
          <a:ext cx="5369432" cy="628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+mj-lt"/>
            </a:rPr>
            <a:t>Кнопки «</a:t>
          </a:r>
          <a:r>
            <a:rPr lang="ru-RU" sz="1700" b="1" kern="1200" dirty="0" smtClean="0">
              <a:latin typeface="+mj-lt"/>
            </a:rPr>
            <a:t>отменить</a:t>
          </a:r>
          <a:r>
            <a:rPr lang="ru-RU" sz="1700" kern="1200" dirty="0" smtClean="0">
              <a:latin typeface="+mj-lt"/>
            </a:rPr>
            <a:t>» и «</a:t>
          </a:r>
          <a:r>
            <a:rPr lang="ru-RU" sz="1700" b="1" kern="1200" dirty="0" smtClean="0">
              <a:latin typeface="+mj-lt"/>
            </a:rPr>
            <a:t>восстановить</a:t>
          </a:r>
          <a:r>
            <a:rPr lang="ru-RU" sz="1700" kern="1200" dirty="0" smtClean="0">
              <a:latin typeface="+mj-lt"/>
            </a:rPr>
            <a:t>» работают с историей команд создания и редактирования полигона</a:t>
          </a:r>
          <a:endParaRPr lang="ru-RU" sz="1700" kern="1200" dirty="0">
            <a:latin typeface="+mj-lt"/>
          </a:endParaRPr>
        </a:p>
      </dsp:txBody>
      <dsp:txXfrm>
        <a:off x="1591730" y="3071868"/>
        <a:ext cx="5332608" cy="591822"/>
      </dsp:txXfrm>
    </dsp:sp>
    <dsp:sp modelId="{A6F572CF-9B20-4230-B3F7-B98BC7C408E2}">
      <dsp:nvSpPr>
        <dsp:cNvPr id="0" name=""/>
        <dsp:cNvSpPr/>
      </dsp:nvSpPr>
      <dsp:spPr>
        <a:xfrm>
          <a:off x="1140581" y="607458"/>
          <a:ext cx="432737" cy="35398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9805"/>
              </a:lnTo>
              <a:lnTo>
                <a:pt x="432737" y="35398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3A3A7-D6F1-4009-8937-E003DD425D8B}">
      <dsp:nvSpPr>
        <dsp:cNvPr id="0" name=""/>
        <dsp:cNvSpPr/>
      </dsp:nvSpPr>
      <dsp:spPr>
        <a:xfrm>
          <a:off x="1573318" y="3832940"/>
          <a:ext cx="5369432" cy="628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+mj-lt"/>
            </a:rPr>
            <a:t>Кнопка «</a:t>
          </a:r>
          <a:r>
            <a:rPr lang="ru-RU" sz="1700" b="1" kern="1200" dirty="0" smtClean="0">
              <a:latin typeface="+mj-lt"/>
            </a:rPr>
            <a:t>удалить полигон</a:t>
          </a:r>
          <a:r>
            <a:rPr lang="ru-RU" sz="1700" kern="1200" dirty="0" smtClean="0">
              <a:latin typeface="+mj-lt"/>
            </a:rPr>
            <a:t>» полностью удаляет созданную область</a:t>
          </a:r>
          <a:endParaRPr lang="ru-RU" sz="1700" kern="1200" dirty="0">
            <a:latin typeface="+mj-lt"/>
          </a:endParaRPr>
        </a:p>
      </dsp:txBody>
      <dsp:txXfrm>
        <a:off x="1591730" y="3851352"/>
        <a:ext cx="5332608" cy="5918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0" y="309000"/>
          <a:ext cx="5697541" cy="5329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Вкладка «Робот»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15610" y="324610"/>
        <a:ext cx="5666321" cy="501735"/>
      </dsp:txXfrm>
    </dsp:sp>
    <dsp:sp modelId="{AF5077CE-5C10-43B0-B87C-CAD71B997BD6}">
      <dsp:nvSpPr>
        <dsp:cNvPr id="0" name=""/>
        <dsp:cNvSpPr/>
      </dsp:nvSpPr>
      <dsp:spPr>
        <a:xfrm>
          <a:off x="569754" y="841956"/>
          <a:ext cx="261766" cy="423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281"/>
              </a:lnTo>
              <a:lnTo>
                <a:pt x="261766" y="4232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A690F-E500-4DF0-9FDE-072145D073D2}">
      <dsp:nvSpPr>
        <dsp:cNvPr id="0" name=""/>
        <dsp:cNvSpPr/>
      </dsp:nvSpPr>
      <dsp:spPr>
        <a:xfrm>
          <a:off x="831520" y="1007236"/>
          <a:ext cx="4742981" cy="516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Просмотр доступных устройств и подключение к роботу для дальнейшей работы</a:t>
          </a:r>
          <a:endParaRPr lang="ru-RU" sz="1600" i="1" kern="1200" dirty="0">
            <a:latin typeface="+mj-lt"/>
          </a:endParaRPr>
        </a:p>
      </dsp:txBody>
      <dsp:txXfrm>
        <a:off x="846633" y="1022349"/>
        <a:ext cx="4712755" cy="4857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84354" y="239470"/>
          <a:ext cx="5796620" cy="6487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>
              <a:solidFill>
                <a:schemeClr val="bg1"/>
              </a:solidFill>
              <a:latin typeface="+mj-lt"/>
            </a:rPr>
            <a:t>Окно работы с выбранным роботом</a:t>
          </a:r>
          <a:endParaRPr lang="ru-RU" sz="2800" kern="1200" dirty="0">
            <a:solidFill>
              <a:schemeClr val="bg1"/>
            </a:solidFill>
            <a:latin typeface="+mj-lt"/>
          </a:endParaRPr>
        </a:p>
      </dsp:txBody>
      <dsp:txXfrm>
        <a:off x="103355" y="258471"/>
        <a:ext cx="5758618" cy="610727"/>
      </dsp:txXfrm>
    </dsp:sp>
    <dsp:sp modelId="{AF5077CE-5C10-43B0-B87C-CAD71B997BD6}">
      <dsp:nvSpPr>
        <dsp:cNvPr id="0" name=""/>
        <dsp:cNvSpPr/>
      </dsp:nvSpPr>
      <dsp:spPr>
        <a:xfrm>
          <a:off x="618296" y="888200"/>
          <a:ext cx="91440" cy="4918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1841"/>
              </a:lnTo>
              <a:lnTo>
                <a:pt x="135774" y="4918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A690F-E500-4DF0-9FDE-072145D073D2}">
      <dsp:nvSpPr>
        <dsp:cNvPr id="0" name=""/>
        <dsp:cNvSpPr/>
      </dsp:nvSpPr>
      <dsp:spPr>
        <a:xfrm>
          <a:off x="754070" y="1087385"/>
          <a:ext cx="5380072" cy="585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Просмотр информации о роботе</a:t>
          </a:r>
          <a:endParaRPr lang="ru-RU" sz="1600" i="1" kern="1200" dirty="0">
            <a:latin typeface="+mj-lt"/>
          </a:endParaRPr>
        </a:p>
      </dsp:txBody>
      <dsp:txXfrm>
        <a:off x="771213" y="1104528"/>
        <a:ext cx="5345786" cy="551027"/>
      </dsp:txXfrm>
    </dsp:sp>
    <dsp:sp modelId="{6BCDF554-0152-4C23-811D-A6805B9A61D1}">
      <dsp:nvSpPr>
        <dsp:cNvPr id="0" name=""/>
        <dsp:cNvSpPr/>
      </dsp:nvSpPr>
      <dsp:spPr>
        <a:xfrm>
          <a:off x="618296" y="888200"/>
          <a:ext cx="91440" cy="12614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456"/>
              </a:lnTo>
              <a:lnTo>
                <a:pt x="135774" y="12614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D87AF-4F2B-4280-BC55-B6F24CE01CDA}">
      <dsp:nvSpPr>
        <dsp:cNvPr id="0" name=""/>
        <dsp:cNvSpPr/>
      </dsp:nvSpPr>
      <dsp:spPr>
        <a:xfrm>
          <a:off x="754070" y="1834710"/>
          <a:ext cx="5380072" cy="6298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«</a:t>
          </a:r>
          <a:r>
            <a:rPr lang="ru-RU" sz="1600" b="1" kern="1200" dirty="0" smtClean="0">
              <a:latin typeface="+mj-lt"/>
            </a:rPr>
            <a:t>Получить данные»:</a:t>
          </a:r>
          <a:r>
            <a:rPr lang="ru-RU" sz="1600" kern="1200" dirty="0" smtClean="0">
              <a:latin typeface="+mj-lt"/>
            </a:rPr>
            <a:t> загрузка в приложение найденных мест и отображение их на карте </a:t>
          </a:r>
          <a:endParaRPr lang="ru-RU" sz="1600" kern="1200" dirty="0">
            <a:latin typeface="+mj-lt"/>
          </a:endParaRPr>
        </a:p>
      </dsp:txBody>
      <dsp:txXfrm>
        <a:off x="772519" y="1853159"/>
        <a:ext cx="5343174" cy="592994"/>
      </dsp:txXfrm>
    </dsp:sp>
    <dsp:sp modelId="{D54F1CAC-D3BF-4951-ACB6-92E2EA295FE9}">
      <dsp:nvSpPr>
        <dsp:cNvPr id="0" name=""/>
        <dsp:cNvSpPr/>
      </dsp:nvSpPr>
      <dsp:spPr>
        <a:xfrm>
          <a:off x="618296" y="888200"/>
          <a:ext cx="91440" cy="20356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35689"/>
              </a:lnTo>
              <a:lnTo>
                <a:pt x="135774" y="203568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5618-161E-4D31-A831-7E0237EAAD42}">
      <dsp:nvSpPr>
        <dsp:cNvPr id="0" name=""/>
        <dsp:cNvSpPr/>
      </dsp:nvSpPr>
      <dsp:spPr>
        <a:xfrm>
          <a:off x="754070" y="2608943"/>
          <a:ext cx="5380072" cy="6298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+mj-lt"/>
            </a:rPr>
            <a:t>«</a:t>
          </a:r>
          <a:r>
            <a:rPr lang="ru-RU" sz="1600" b="1" kern="1200" dirty="0" smtClean="0">
              <a:latin typeface="+mj-lt"/>
            </a:rPr>
            <a:t>Загрузить карту</a:t>
          </a:r>
          <a:r>
            <a:rPr lang="ru-RU" sz="1600" kern="1200" dirty="0" smtClean="0">
              <a:latin typeface="+mj-lt"/>
            </a:rPr>
            <a:t>»: загрузить область поиска (откроется новое диалоговое окно для выбора карты)</a:t>
          </a:r>
          <a:endParaRPr lang="ru-RU" sz="1600" kern="1200" dirty="0">
            <a:latin typeface="+mj-lt"/>
          </a:endParaRPr>
        </a:p>
      </dsp:txBody>
      <dsp:txXfrm>
        <a:off x="772519" y="2627392"/>
        <a:ext cx="5343174" cy="5929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9F6D-007C-4223-AF07-678E9D68AA61}">
      <dsp:nvSpPr>
        <dsp:cNvPr id="0" name=""/>
        <dsp:cNvSpPr/>
      </dsp:nvSpPr>
      <dsp:spPr>
        <a:xfrm>
          <a:off x="6002" y="538169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solidFill>
                <a:schemeClr val="bg1"/>
              </a:solidFill>
              <a:latin typeface="+mj-lt"/>
            </a:rPr>
            <a:t>Раздел «Файл»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21408" y="553575"/>
        <a:ext cx="5592326" cy="495183"/>
      </dsp:txXfrm>
    </dsp:sp>
    <dsp:sp modelId="{E97F6A05-7D7E-42CF-A025-783C256FF1A4}">
      <dsp:nvSpPr>
        <dsp:cNvPr id="0" name=""/>
        <dsp:cNvSpPr/>
      </dsp:nvSpPr>
      <dsp:spPr>
        <a:xfrm>
          <a:off x="568316" y="1064165"/>
          <a:ext cx="562313" cy="457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7253"/>
              </a:lnTo>
              <a:lnTo>
                <a:pt x="562313" y="4572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7AEA4A-0E44-40E5-A385-7D114752559D}">
      <dsp:nvSpPr>
        <dsp:cNvPr id="0" name=""/>
        <dsp:cNvSpPr/>
      </dsp:nvSpPr>
      <dsp:spPr>
        <a:xfrm>
          <a:off x="1130630" y="1195664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Предназначен для открытия/сохранения области поиска</a:t>
          </a:r>
        </a:p>
      </dsp:txBody>
      <dsp:txXfrm>
        <a:off x="1149712" y="1214746"/>
        <a:ext cx="4354314" cy="613345"/>
      </dsp:txXfrm>
    </dsp:sp>
    <dsp:sp modelId="{A95987E4-1E09-47F4-818D-61FCF22EA304}">
      <dsp:nvSpPr>
        <dsp:cNvPr id="0" name=""/>
        <dsp:cNvSpPr/>
      </dsp:nvSpPr>
      <dsp:spPr>
        <a:xfrm>
          <a:off x="568316" y="1064165"/>
          <a:ext cx="562313" cy="1240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0261"/>
              </a:lnTo>
              <a:lnTo>
                <a:pt x="562313" y="12402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B4ADA-0B7F-410D-8FB4-FFABE0DAD0D7}">
      <dsp:nvSpPr>
        <dsp:cNvPr id="0" name=""/>
        <dsp:cNvSpPr/>
      </dsp:nvSpPr>
      <dsp:spPr>
        <a:xfrm>
          <a:off x="1130630" y="1978672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Имеет подменю: Открыть, Сохранить, Сохранить как и Загрузить в робота</a:t>
          </a:r>
          <a:endParaRPr lang="ru-RU" sz="1800" kern="1200" dirty="0">
            <a:latin typeface="+mj-lt"/>
          </a:endParaRPr>
        </a:p>
      </dsp:txBody>
      <dsp:txXfrm>
        <a:off x="1149712" y="1997754"/>
        <a:ext cx="4354314" cy="613345"/>
      </dsp:txXfrm>
    </dsp:sp>
    <dsp:sp modelId="{4C89AFA7-F26A-4743-AD14-61CA329241AC}">
      <dsp:nvSpPr>
        <dsp:cNvPr id="0" name=""/>
        <dsp:cNvSpPr/>
      </dsp:nvSpPr>
      <dsp:spPr>
        <a:xfrm>
          <a:off x="5892138" y="538169"/>
          <a:ext cx="5623138" cy="5259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>
              <a:latin typeface="+mj-lt"/>
            </a:rPr>
            <a:t>Раздел «О программе»</a:t>
          </a:r>
          <a:endParaRPr lang="ru-RU" sz="3000" kern="1200" dirty="0">
            <a:solidFill>
              <a:schemeClr val="bg1"/>
            </a:solidFill>
            <a:latin typeface="+mj-lt"/>
          </a:endParaRPr>
        </a:p>
      </dsp:txBody>
      <dsp:txXfrm>
        <a:off x="5907544" y="553575"/>
        <a:ext cx="5592326" cy="495183"/>
      </dsp:txXfrm>
    </dsp:sp>
    <dsp:sp modelId="{F4119F7C-9096-42B4-9EA4-97AAE22CF2C5}">
      <dsp:nvSpPr>
        <dsp:cNvPr id="0" name=""/>
        <dsp:cNvSpPr/>
      </dsp:nvSpPr>
      <dsp:spPr>
        <a:xfrm>
          <a:off x="6454452" y="1064165"/>
          <a:ext cx="562313" cy="457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7253"/>
              </a:lnTo>
              <a:lnTo>
                <a:pt x="562313" y="4572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B4D29-4244-435C-85B4-B866B31F1410}">
      <dsp:nvSpPr>
        <dsp:cNvPr id="0" name=""/>
        <dsp:cNvSpPr/>
      </dsp:nvSpPr>
      <dsp:spPr>
        <a:xfrm>
          <a:off x="7016766" y="1195664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Содержит подменю: </a:t>
          </a:r>
          <a:r>
            <a:rPr lang="ru-RU" sz="1800" i="1" kern="1200" dirty="0" err="1" smtClean="0">
              <a:latin typeface="+mj-lt"/>
            </a:rPr>
            <a:t>GitHub</a:t>
          </a:r>
          <a:r>
            <a:rPr lang="ru-RU" sz="1800" kern="1200" dirty="0" smtClean="0">
              <a:latin typeface="+mj-lt"/>
            </a:rPr>
            <a:t>, </a:t>
          </a:r>
          <a:r>
            <a:rPr lang="ru-RU" sz="1800" i="1" kern="1200" dirty="0" err="1" smtClean="0">
              <a:latin typeface="+mj-lt"/>
            </a:rPr>
            <a:t>Yandex</a:t>
          </a:r>
          <a:r>
            <a:rPr lang="ru-RU" sz="1800" i="1" kern="1200" dirty="0" smtClean="0">
              <a:latin typeface="+mj-lt"/>
            </a:rPr>
            <a:t> </a:t>
          </a:r>
          <a:r>
            <a:rPr lang="ru-RU" sz="1800" i="1" kern="1200" dirty="0" err="1" smtClean="0">
              <a:latin typeface="+mj-lt"/>
            </a:rPr>
            <a:t>Map</a:t>
          </a:r>
          <a:r>
            <a:rPr lang="ru-RU" sz="1800" i="1" kern="1200" dirty="0" smtClean="0">
              <a:latin typeface="+mj-lt"/>
            </a:rPr>
            <a:t> API</a:t>
          </a:r>
          <a:r>
            <a:rPr lang="ru-RU" sz="1800" kern="1200" dirty="0" smtClean="0">
              <a:latin typeface="+mj-lt"/>
            </a:rPr>
            <a:t> и др.</a:t>
          </a:r>
          <a:endParaRPr lang="ru-RU" sz="1800" kern="1200" dirty="0">
            <a:latin typeface="+mj-lt"/>
          </a:endParaRPr>
        </a:p>
      </dsp:txBody>
      <dsp:txXfrm>
        <a:off x="7035848" y="1214746"/>
        <a:ext cx="4354314" cy="613345"/>
      </dsp:txXfrm>
    </dsp:sp>
    <dsp:sp modelId="{6F8EC973-2E21-432C-9D2E-DA333D8DDB44}">
      <dsp:nvSpPr>
        <dsp:cNvPr id="0" name=""/>
        <dsp:cNvSpPr/>
      </dsp:nvSpPr>
      <dsp:spPr>
        <a:xfrm>
          <a:off x="6454452" y="1064165"/>
          <a:ext cx="562313" cy="1240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0261"/>
              </a:lnTo>
              <a:lnTo>
                <a:pt x="562313" y="12402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DFE44-5669-4C29-8ADB-A6789EA566FF}">
      <dsp:nvSpPr>
        <dsp:cNvPr id="0" name=""/>
        <dsp:cNvSpPr/>
      </dsp:nvSpPr>
      <dsp:spPr>
        <a:xfrm>
          <a:off x="7016766" y="1978672"/>
          <a:ext cx="4392478" cy="6515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j-lt"/>
            </a:rPr>
            <a:t>Переводит пользователя в браузер на соответствующую страничку</a:t>
          </a:r>
          <a:endParaRPr lang="ru-RU" sz="1800" kern="1200" dirty="0">
            <a:latin typeface="+mj-lt"/>
          </a:endParaRPr>
        </a:p>
      </dsp:txBody>
      <dsp:txXfrm>
        <a:off x="7035848" y="1997754"/>
        <a:ext cx="4354314" cy="61334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F1BB1-A0F9-4D6F-A0F5-0F66496EEDEA}">
      <dsp:nvSpPr>
        <dsp:cNvPr id="0" name=""/>
        <dsp:cNvSpPr/>
      </dsp:nvSpPr>
      <dsp:spPr>
        <a:xfrm>
          <a:off x="0" y="44218"/>
          <a:ext cx="8128000" cy="6668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sz="2200" b="1" i="0" u="none" kern="1200" dirty="0" smtClean="0">
              <a:solidFill>
                <a:schemeClr val="bg1"/>
              </a:solidFill>
              <a:latin typeface="+mj-lt"/>
            </a:rPr>
            <a:t>main.py</a:t>
          </a:r>
          <a:r>
            <a:rPr lang="en-US" sz="2200" b="0" i="0" u="none" kern="1200" dirty="0" smtClean="0">
              <a:solidFill>
                <a:schemeClr val="bg1"/>
              </a:solidFill>
              <a:latin typeface="+mj-lt"/>
            </a:rPr>
            <a:t> </a:t>
          </a:r>
          <a:r>
            <a:rPr lang="en-US" sz="2200" b="0" i="0" u="none" kern="1200" dirty="0" smtClean="0">
              <a:solidFill>
                <a:schemeClr val="bg1"/>
              </a:solidFill>
              <a:latin typeface="+mj-lt"/>
            </a:rPr>
            <a:t>- </a:t>
          </a:r>
          <a:r>
            <a:rPr lang="ru-RU" sz="2200" b="0" i="0" u="none" kern="1200" dirty="0" smtClean="0">
              <a:solidFill>
                <a:schemeClr val="bg1"/>
              </a:solidFill>
              <a:latin typeface="+mj-lt"/>
            </a:rPr>
            <a:t>запускает </a:t>
          </a:r>
          <a:r>
            <a:rPr lang="ru-RU" sz="2200" b="0" i="0" u="none" kern="1200" dirty="0" smtClean="0">
              <a:solidFill>
                <a:schemeClr val="bg1"/>
              </a:solidFill>
              <a:latin typeface="+mj-lt"/>
            </a:rPr>
            <a:t>проект</a:t>
          </a:r>
          <a:endParaRPr lang="ru-RU" sz="2200" b="0" i="0" u="none" kern="1200" dirty="0">
            <a:solidFill>
              <a:schemeClr val="bg1"/>
            </a:solidFill>
            <a:latin typeface="+mj-lt"/>
          </a:endParaRPr>
        </a:p>
      </dsp:txBody>
      <dsp:txXfrm>
        <a:off x="32551" y="76769"/>
        <a:ext cx="8062898" cy="601702"/>
      </dsp:txXfrm>
    </dsp:sp>
    <dsp:sp modelId="{748FE23D-CE87-4AFE-A431-E09744199C11}">
      <dsp:nvSpPr>
        <dsp:cNvPr id="0" name=""/>
        <dsp:cNvSpPr/>
      </dsp:nvSpPr>
      <dsp:spPr>
        <a:xfrm>
          <a:off x="0" y="846382"/>
          <a:ext cx="8128000" cy="6668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200" b="0" i="0" u="none" kern="1200" dirty="0">
            <a:solidFill>
              <a:schemeClr val="bg1"/>
            </a:solidFill>
            <a:latin typeface="+mj-lt"/>
          </a:endParaRPr>
        </a:p>
      </dsp:txBody>
      <dsp:txXfrm>
        <a:off x="32551" y="878933"/>
        <a:ext cx="8062898" cy="601702"/>
      </dsp:txXfrm>
    </dsp:sp>
    <dsp:sp modelId="{BA5F36AE-AB47-4B72-AD43-28B4687D94C2}">
      <dsp:nvSpPr>
        <dsp:cNvPr id="0" name=""/>
        <dsp:cNvSpPr/>
      </dsp:nvSpPr>
      <dsp:spPr>
        <a:xfrm>
          <a:off x="0" y="1648546"/>
          <a:ext cx="8128000" cy="6668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200" b="0" i="0" u="none" kern="1200" dirty="0">
            <a:solidFill>
              <a:schemeClr val="bg1"/>
            </a:solidFill>
            <a:latin typeface="+mj-lt"/>
          </a:endParaRPr>
        </a:p>
      </dsp:txBody>
      <dsp:txXfrm>
        <a:off x="32551" y="1681097"/>
        <a:ext cx="8062898" cy="601702"/>
      </dsp:txXfrm>
    </dsp:sp>
    <dsp:sp modelId="{71B5E47C-3D13-4E72-ACA8-5CD8C1ADF57E}">
      <dsp:nvSpPr>
        <dsp:cNvPr id="0" name=""/>
        <dsp:cNvSpPr/>
      </dsp:nvSpPr>
      <dsp:spPr>
        <a:xfrm>
          <a:off x="0" y="2315351"/>
          <a:ext cx="8128000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200" b="0" i="0" u="none" kern="1200" dirty="0" smtClean="0">
              <a:solidFill>
                <a:schemeClr val="tx1"/>
              </a:solidFill>
              <a:latin typeface="+mj-lt"/>
            </a:rPr>
            <a:t>…</a:t>
          </a:r>
          <a:endParaRPr lang="ru-RU" sz="2200" b="0" i="0" u="none" kern="1200" dirty="0">
            <a:solidFill>
              <a:schemeClr val="tx1"/>
            </a:solidFill>
            <a:latin typeface="+mj-lt"/>
          </a:endParaRPr>
        </a:p>
      </dsp:txBody>
      <dsp:txXfrm>
        <a:off x="0" y="2315351"/>
        <a:ext cx="8128000" cy="434979"/>
      </dsp:txXfrm>
    </dsp:sp>
    <dsp:sp modelId="{387F1BF5-216A-4992-81F1-BBED6098BF3B}">
      <dsp:nvSpPr>
        <dsp:cNvPr id="0" name=""/>
        <dsp:cNvSpPr/>
      </dsp:nvSpPr>
      <dsp:spPr>
        <a:xfrm>
          <a:off x="0" y="2750330"/>
          <a:ext cx="8128000" cy="6668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200" b="0" i="0" u="none" kern="1200" dirty="0">
            <a:solidFill>
              <a:schemeClr val="bg1"/>
            </a:solidFill>
            <a:latin typeface="+mj-lt"/>
          </a:endParaRPr>
        </a:p>
      </dsp:txBody>
      <dsp:txXfrm>
        <a:off x="32551" y="2782881"/>
        <a:ext cx="8062898" cy="601702"/>
      </dsp:txXfrm>
    </dsp:sp>
    <dsp:sp modelId="{375E2F1C-A1D6-4D1A-9A97-6E68F83980E1}">
      <dsp:nvSpPr>
        <dsp:cNvPr id="0" name=""/>
        <dsp:cNvSpPr/>
      </dsp:nvSpPr>
      <dsp:spPr>
        <a:xfrm>
          <a:off x="0" y="3417135"/>
          <a:ext cx="8128000" cy="422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200" b="1" i="0" u="none" kern="1200" dirty="0" smtClean="0">
              <a:solidFill>
                <a:schemeClr val="tx1"/>
              </a:solidFill>
              <a:latin typeface="+mj-lt"/>
            </a:rPr>
            <a:t>…</a:t>
          </a:r>
          <a:endParaRPr lang="ru-RU" sz="2200" b="1" i="0" u="none" kern="1200" dirty="0">
            <a:solidFill>
              <a:schemeClr val="tx1"/>
            </a:solidFill>
            <a:latin typeface="+mj-lt"/>
          </a:endParaRPr>
        </a:p>
      </dsp:txBody>
      <dsp:txXfrm>
        <a:off x="0" y="3417135"/>
        <a:ext cx="8128000" cy="422114"/>
      </dsp:txXfrm>
    </dsp:sp>
    <dsp:sp modelId="{C9BEAD64-9386-4246-A77E-248A024A8F68}">
      <dsp:nvSpPr>
        <dsp:cNvPr id="0" name=""/>
        <dsp:cNvSpPr/>
      </dsp:nvSpPr>
      <dsp:spPr>
        <a:xfrm>
          <a:off x="0" y="3839249"/>
          <a:ext cx="8128000" cy="6668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200" b="0" i="0" u="none" kern="1200" dirty="0">
            <a:solidFill>
              <a:schemeClr val="bg1"/>
            </a:solidFill>
            <a:latin typeface="+mj-lt"/>
          </a:endParaRPr>
        </a:p>
      </dsp:txBody>
      <dsp:txXfrm>
        <a:off x="32551" y="3871800"/>
        <a:ext cx="8062898" cy="601702"/>
      </dsp:txXfrm>
    </dsp:sp>
    <dsp:sp modelId="{683505C5-8047-4750-A633-F1CEE9554D2F}">
      <dsp:nvSpPr>
        <dsp:cNvPr id="0" name=""/>
        <dsp:cNvSpPr/>
      </dsp:nvSpPr>
      <dsp:spPr>
        <a:xfrm>
          <a:off x="0" y="4506053"/>
          <a:ext cx="8128000" cy="77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200" b="0" i="0" u="none" kern="1200" dirty="0" smtClean="0">
              <a:solidFill>
                <a:schemeClr val="tx1"/>
              </a:solidFill>
              <a:latin typeface="+mj-lt"/>
            </a:rPr>
            <a:t>…</a:t>
          </a:r>
          <a:endParaRPr lang="ru-RU" sz="2200" b="0" i="0" u="none" kern="1200" dirty="0">
            <a:solidFill>
              <a:schemeClr val="tx1"/>
            </a:solidFill>
            <a:latin typeface="+mj-lt"/>
          </a:endParaRPr>
        </a:p>
      </dsp:txBody>
      <dsp:txXfrm>
        <a:off x="0" y="4506053"/>
        <a:ext cx="8128000" cy="778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5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37AE53A-2FEC-4853-9084-09EBA881243A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D2C8114-A31E-41B7-AFBC-A103062BE37F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microsoft.com/office/2007/relationships/hdphoto" Target="../media/hdphoto1.wdp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openxmlformats.org/officeDocument/2006/relationships/diagramQuickStyle" Target="../diagrams/quickStyle6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5.xml"/><Relationship Id="rId12" Type="http://schemas.openxmlformats.org/officeDocument/2006/relationships/diagramLayout" Target="../diagrams/layout6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6" Type="http://schemas.openxmlformats.org/officeDocument/2006/relationships/diagramQuickStyle" Target="../diagrams/quickStyle5.xml"/><Relationship Id="rId11" Type="http://schemas.openxmlformats.org/officeDocument/2006/relationships/diagramData" Target="../diagrams/data6.xml"/><Relationship Id="rId5" Type="http://schemas.openxmlformats.org/officeDocument/2006/relationships/diagramLayout" Target="../diagrams/layout5.xml"/><Relationship Id="rId15" Type="http://schemas.microsoft.com/office/2007/relationships/diagramDrawing" Target="../diagrams/drawing6.xml"/><Relationship Id="rId10" Type="http://schemas.openxmlformats.org/officeDocument/2006/relationships/image" Target="../media/image7.png"/><Relationship Id="rId4" Type="http://schemas.openxmlformats.org/officeDocument/2006/relationships/diagramData" Target="../diagrams/data5.xml"/><Relationship Id="rId9" Type="http://schemas.openxmlformats.org/officeDocument/2006/relationships/image" Target="../media/image6.png"/><Relationship Id="rId14" Type="http://schemas.openxmlformats.org/officeDocument/2006/relationships/diagramColors" Target="../diagrams/colors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2504" y="1988841"/>
            <a:ext cx="11233248" cy="1296143"/>
          </a:xfrm>
          <a:ln>
            <a:noFill/>
          </a:ln>
          <a:effectLst/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algn="ctr"/>
            <a:r>
              <a:rPr lang="ru-RU" sz="4400" dirty="0">
                <a:solidFill>
                  <a:schemeClr val="accent1"/>
                </a:solidFill>
              </a:rPr>
              <a:t>РАЗРАБОТКА ПРИЛОЖЕНИЯ </a:t>
            </a:r>
            <a:r>
              <a:rPr lang="ru-RU" sz="4400" dirty="0" smtClean="0">
                <a:solidFill>
                  <a:schemeClr val="accent1"/>
                </a:solidFill>
              </a:rPr>
              <a:t/>
            </a:r>
            <a:br>
              <a:rPr lang="ru-RU" sz="4400" dirty="0" smtClean="0">
                <a:solidFill>
                  <a:schemeClr val="accent1"/>
                </a:solidFill>
              </a:rPr>
            </a:br>
            <a:r>
              <a:rPr lang="ru-RU" sz="4400" dirty="0" smtClean="0">
                <a:solidFill>
                  <a:schemeClr val="accent1"/>
                </a:solidFill>
              </a:rPr>
              <a:t>ДЛЯ РОБОТА-МЕТАЛЛОИСКАТЕЛЯ</a:t>
            </a:r>
            <a:endParaRPr lang="ru-RU" sz="4400" dirty="0">
              <a:solidFill>
                <a:schemeClr val="accent1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6528048" y="3573016"/>
            <a:ext cx="5197694" cy="259228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Руководитель: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учитель информатики ГБОУ школа № 1532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200" b="1" dirty="0" smtClean="0">
                <a:latin typeface="+mj-lt"/>
                <a:cs typeface="Calibri Light" panose="020F0302020204030204" pitchFamily="34" charset="0"/>
              </a:rPr>
              <a:t>Сергеев Антон Борисович</a:t>
            </a:r>
            <a:endParaRPr lang="ru-RU" sz="2200" b="1" dirty="0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Подзаголовок 3"/>
          <p:cNvSpPr txBox="1">
            <a:spLocks/>
          </p:cNvSpPr>
          <p:nvPr/>
        </p:nvSpPr>
        <p:spPr>
          <a:xfrm>
            <a:off x="4525394" y="6165304"/>
            <a:ext cx="3347467" cy="566338"/>
          </a:xfrm>
          <a:prstGeom prst="rect">
            <a:avLst/>
          </a:prstGeom>
        </p:spPr>
        <p:txBody>
          <a:bodyPr vert="horz" lIns="0" rIns="18288">
            <a:noAutofit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dirty="0" smtClean="0">
                <a:latin typeface="+mj-lt"/>
                <a:cs typeface="Calibri Light" panose="020F0302020204030204" pitchFamily="34" charset="0"/>
              </a:rPr>
              <a:t>г. Москва, 2025</a:t>
            </a:r>
            <a:endParaRPr lang="ru-RU" dirty="0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63B7F99-DBBD-DD42-A47A-D1D67A5D8B2E}"/>
              </a:ext>
            </a:extLst>
          </p:cNvPr>
          <p:cNvSpPr txBox="1">
            <a:spLocks/>
          </p:cNvSpPr>
          <p:nvPr/>
        </p:nvSpPr>
        <p:spPr>
          <a:xfrm>
            <a:off x="659394" y="620688"/>
            <a:ext cx="10873207" cy="1462691"/>
          </a:xfrm>
          <a:prstGeom prst="rect">
            <a:avLst/>
          </a:prstGeom>
        </p:spPr>
        <p:txBody>
          <a:bodyPr vert="horz" lIns="0" rIns="18288">
            <a:normAutofit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dirty="0">
                <a:latin typeface="+mj-lt"/>
                <a:cs typeface="Calibri Light" panose="020F0302020204030204" pitchFamily="34" charset="0"/>
              </a:rPr>
              <a:t>Государственное бюджетное общеобразовательное учреждение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+mj-lt"/>
                <a:cs typeface="Calibri Light" panose="020F0302020204030204" pitchFamily="34" charset="0"/>
              </a:rPr>
              <a:t>города Москвы «Школа № 1532»</a:t>
            </a:r>
          </a:p>
        </p:txBody>
      </p:sp>
      <p:sp>
        <p:nvSpPr>
          <p:cNvPr id="6" name="Подзаголовок 3"/>
          <p:cNvSpPr txBox="1">
            <a:spLocks/>
          </p:cNvSpPr>
          <p:nvPr/>
        </p:nvSpPr>
        <p:spPr>
          <a:xfrm>
            <a:off x="582504" y="3573016"/>
            <a:ext cx="5297472" cy="2592288"/>
          </a:xfrm>
          <a:prstGeom prst="rect">
            <a:avLst/>
          </a:prstGeom>
        </p:spPr>
        <p:txBody>
          <a:bodyPr vert="horz" lIns="0" rIns="18288">
            <a:noAutofit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Выполнил: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  <a:cs typeface="Calibri Light" panose="020F0302020204030204" pitchFamily="34" charset="0"/>
              </a:rPr>
              <a:t>ученик 11 «А» класса ГБОУ школа № 1532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2200" b="1" dirty="0" smtClean="0">
                <a:latin typeface="+mj-lt"/>
                <a:cs typeface="Calibri Light" panose="020F0302020204030204" pitchFamily="34" charset="0"/>
              </a:rPr>
              <a:t>Жильцов Иван Дмитриевич</a:t>
            </a:r>
          </a:p>
        </p:txBody>
      </p:sp>
    </p:spTree>
    <p:extLst>
      <p:ext uri="{BB962C8B-B14F-4D97-AF65-F5344CB8AC3E}">
        <p14:creationId xmlns:p14="http://schemas.microsoft.com/office/powerpoint/2010/main" val="256168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392" y="614651"/>
            <a:ext cx="8229600" cy="654109"/>
          </a:xfrm>
        </p:spPr>
        <p:txBody>
          <a:bodyPr>
            <a:noAutofit/>
          </a:bodyPr>
          <a:lstStyle/>
          <a:p>
            <a:r>
              <a:rPr lang="ru-RU" sz="4000" dirty="0"/>
              <a:t>Введение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263352" y="1581131"/>
            <a:ext cx="7272808" cy="4285170"/>
          </a:xfrm>
        </p:spPr>
        <p:txBody>
          <a:bodyPr anchor="t" anchorCtr="0"/>
          <a:lstStyle/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В современном мире металлоискатели используют для поиска старинных кладов, инженерных коммуникаций, потерянных вещей, взрывоопасных предметов.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Большинство доступных детекторов – ручные. Автоматизированный робот-металлоискатель позволит увеличить производительность, а также снизить риски в случае поиска взрывоопасных предметов.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Автор хочет создать автономный 6-тиколесный робот-металлоискатель с </a:t>
            </a:r>
            <a:r>
              <a:rPr lang="en-US" sz="2200" b="0" dirty="0" smtClean="0">
                <a:solidFill>
                  <a:schemeClr val="tx1"/>
                </a:solidFill>
                <a:latin typeface="+mj-lt"/>
              </a:rPr>
              <a:t>GPS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-модулем, управляемый с помощью приложения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через </a:t>
            </a:r>
            <a:r>
              <a:rPr lang="en-US" sz="2200" b="0" dirty="0" smtClean="0">
                <a:solidFill>
                  <a:schemeClr val="tx1"/>
                </a:solidFill>
                <a:latin typeface="+mj-lt"/>
              </a:rPr>
              <a:t>Bluetooth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.</a:t>
            </a:r>
            <a:endParaRPr lang="en-US" sz="2200" b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1752781"/>
            <a:ext cx="3528392" cy="3528392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7608168" y="5765194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1.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 Поиск ручным металлоискателем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4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5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6700" y="283801"/>
            <a:ext cx="8229600" cy="654109"/>
          </a:xfrm>
        </p:spPr>
        <p:txBody>
          <a:bodyPr>
            <a:noAutofit/>
          </a:bodyPr>
          <a:lstStyle/>
          <a:p>
            <a:r>
              <a:rPr lang="ru-RU" sz="4000" dirty="0" smtClean="0"/>
              <a:t>Цель</a:t>
            </a:r>
            <a:endParaRPr lang="ru-RU" sz="4000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263352" y="1054443"/>
            <a:ext cx="6048672" cy="3471787"/>
          </a:xfrm>
        </p:spPr>
        <p:txBody>
          <a:bodyPr anchor="t" anchorCtr="0"/>
          <a:lstStyle/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Автор уже собрал робот-металлоискатель, управляемый с помощью дистанционного пульта, способный обнаружить металл.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r>
              <a:rPr lang="ru-RU" sz="2200" b="0" dirty="0">
                <a:solidFill>
                  <a:schemeClr val="tx1"/>
                </a:solidFill>
                <a:latin typeface="+mj-lt"/>
              </a:rPr>
              <a:t>На данном этапе цель автора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: разработать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приложение для 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указания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роботу области поиска на </a:t>
            </a:r>
            <a:r>
              <a:rPr lang="ru-RU" sz="2200" b="0" dirty="0" smtClean="0">
                <a:solidFill>
                  <a:schemeClr val="tx1"/>
                </a:solidFill>
                <a:latin typeface="+mj-lt"/>
              </a:rPr>
              <a:t>карте в автоматическом режиме и </a:t>
            </a:r>
            <a:r>
              <a:rPr lang="ru-RU" sz="2200" b="0" dirty="0">
                <a:solidFill>
                  <a:schemeClr val="tx1"/>
                </a:solidFill>
                <a:latin typeface="+mj-lt"/>
              </a:rPr>
              <a:t>получения от робота координат, в которых он обнаружил металл.</a:t>
            </a:r>
          </a:p>
          <a:p>
            <a:pPr indent="450000" algn="just">
              <a:lnSpc>
                <a:spcPct val="125000"/>
              </a:lnSpc>
              <a:spcBef>
                <a:spcPts val="0"/>
              </a:spcBef>
            </a:pPr>
            <a:endParaRPr lang="en-US" sz="2200" b="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8" name="Объект 1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77463945"/>
              </p:ext>
            </p:extLst>
          </p:nvPr>
        </p:nvGraphicFramePr>
        <p:xfrm>
          <a:off x="263352" y="5135780"/>
          <a:ext cx="11737304" cy="1506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Объект 5"/>
          <p:cNvPicPr>
            <a:picLocks noGrp="1" noChangeAspect="1"/>
          </p:cNvPicPr>
          <p:nvPr>
            <p:ph sz="quarter" idx="4"/>
          </p:nvPr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14" t="12836" r="2920" b="-202"/>
          <a:stretch/>
        </p:blipFill>
        <p:spPr>
          <a:xfrm>
            <a:off x="6744072" y="1054443"/>
            <a:ext cx="5161880" cy="3564694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600056" y="4735670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2.  Робот-металлоискатель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946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285247507"/>
              </p:ext>
            </p:extLst>
          </p:nvPr>
        </p:nvGraphicFramePr>
        <p:xfrm>
          <a:off x="279336" y="711200"/>
          <a:ext cx="11521280" cy="6606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26216" y="139700"/>
            <a:ext cx="11074400" cy="1143000"/>
          </a:xfrm>
        </p:spPr>
        <p:txBody>
          <a:bodyPr>
            <a:normAutofit/>
          </a:bodyPr>
          <a:lstStyle/>
          <a:p>
            <a:r>
              <a:rPr lang="ru-RU" sz="4000" dirty="0" smtClean="0"/>
              <a:t>Задачи и используемые технологии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091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21680" y="332656"/>
            <a:ext cx="11060608" cy="794352"/>
          </a:xfrm>
        </p:spPr>
        <p:txBody>
          <a:bodyPr>
            <a:normAutofit/>
          </a:bodyPr>
          <a:lstStyle/>
          <a:p>
            <a:r>
              <a:rPr lang="ru-RU" sz="4000" dirty="0" smtClean="0"/>
              <a:t>Функционал приложения</a:t>
            </a:r>
            <a:endParaRPr lang="ru-RU" sz="4000" dirty="0"/>
          </a:p>
        </p:txBody>
      </p:sp>
      <p:graphicFrame>
        <p:nvGraphicFramePr>
          <p:cNvPr id="5" name="Объект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9081725"/>
              </p:ext>
            </p:extLst>
          </p:nvPr>
        </p:nvGraphicFramePr>
        <p:xfrm>
          <a:off x="839416" y="1196752"/>
          <a:ext cx="10225136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553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5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691386297"/>
              </p:ext>
            </p:extLst>
          </p:nvPr>
        </p:nvGraphicFramePr>
        <p:xfrm>
          <a:off x="-312712" y="1196752"/>
          <a:ext cx="9361040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31584" y="602184"/>
            <a:ext cx="11074400" cy="306536"/>
          </a:xfrm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 smtClean="0"/>
              <a:t>Интерфейс </a:t>
            </a:r>
            <a:r>
              <a:rPr lang="ru-RU" sz="4000" dirty="0"/>
              <a:t>приложения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140" y="1484784"/>
            <a:ext cx="4392488" cy="2869545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248128" y="4494827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3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.  Вкладка «карта»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78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5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477532880"/>
              </p:ext>
            </p:extLst>
          </p:nvPr>
        </p:nvGraphicFramePr>
        <p:xfrm>
          <a:off x="263352" y="908720"/>
          <a:ext cx="5884061" cy="1800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31584" y="602184"/>
            <a:ext cx="11074400" cy="306536"/>
          </a:xfrm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 smtClean="0"/>
              <a:t>Интерфейс </a:t>
            </a:r>
            <a:r>
              <a:rPr lang="ru-RU" sz="4000" dirty="0"/>
              <a:t>приложения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" t="9960" r="46822" b="17834"/>
          <a:stretch/>
        </p:blipFill>
        <p:spPr>
          <a:xfrm>
            <a:off x="6747822" y="726539"/>
            <a:ext cx="3162571" cy="2088232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5" r="35619" b="12581"/>
          <a:stretch/>
        </p:blipFill>
        <p:spPr>
          <a:xfrm>
            <a:off x="7853253" y="3212976"/>
            <a:ext cx="4134764" cy="3384378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3217071813"/>
              </p:ext>
            </p:extLst>
          </p:nvPr>
        </p:nvGraphicFramePr>
        <p:xfrm>
          <a:off x="191344" y="2900838"/>
          <a:ext cx="6542171" cy="352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984432" y="2192952"/>
            <a:ext cx="2999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4.  Вкладка </a:t>
            </a:r>
          </a:p>
          <a:p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«Робот»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5140" y="6320853"/>
            <a:ext cx="3567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5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.  Окно работы с роботом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460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86348261"/>
              </p:ext>
            </p:extLst>
          </p:nvPr>
        </p:nvGraphicFramePr>
        <p:xfrm>
          <a:off x="191344" y="764704"/>
          <a:ext cx="11521280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38224" y="-171400"/>
            <a:ext cx="11074400" cy="1143000"/>
          </a:xfrm>
        </p:spPr>
        <p:txBody>
          <a:bodyPr>
            <a:normAutofit/>
          </a:bodyPr>
          <a:lstStyle/>
          <a:p>
            <a:r>
              <a:rPr lang="ru-RU" sz="4000" dirty="0"/>
              <a:t>Интерфейс приложения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8" r="559" b="6414"/>
          <a:stretch/>
        </p:blipFill>
        <p:spPr>
          <a:xfrm>
            <a:off x="3287688" y="3896210"/>
            <a:ext cx="4104456" cy="2664296"/>
          </a:xfrm>
          <a:prstGeom prst="rect">
            <a:avLst/>
          </a:prstGeom>
          <a:ln w="381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7805868" y="6160396"/>
            <a:ext cx="3978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  <a:cs typeface="Arial" panose="020B0604020202020204" pitchFamily="34" charset="0"/>
              </a:rPr>
              <a:t>Рис. </a:t>
            </a:r>
            <a:r>
              <a:rPr lang="ru-RU" sz="20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6.  Окно «Загрузить карту»</a:t>
            </a:r>
            <a:endParaRPr lang="ru-RU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8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808" y="188640"/>
            <a:ext cx="11074400" cy="1143000"/>
          </a:xfrm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Структура базы данных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063552" y="1700808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07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5400" y="404664"/>
            <a:ext cx="11074400" cy="720080"/>
          </a:xfrm>
        </p:spPr>
        <p:txBody>
          <a:bodyPr vert="horz" lIns="0" tIns="45720" rIns="0" bIns="0" anchor="b">
            <a:noAutofit/>
          </a:bodyPr>
          <a:lstStyle/>
          <a:p>
            <a:r>
              <a:rPr lang="ru-RU" sz="4000" dirty="0"/>
              <a:t>Файловая структура приложения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182071648"/>
              </p:ext>
            </p:extLst>
          </p:nvPr>
        </p:nvGraphicFramePr>
        <p:xfrm>
          <a:off x="695400" y="1340768"/>
          <a:ext cx="81280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76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51384" y="548680"/>
            <a:ext cx="10972800" cy="648072"/>
          </a:xfrm>
        </p:spPr>
        <p:txBody>
          <a:bodyPr>
            <a:noAutofit/>
          </a:bodyPr>
          <a:lstStyle/>
          <a:p>
            <a:r>
              <a:rPr lang="ru-RU" sz="4000" dirty="0" smtClean="0"/>
              <a:t>Техническая часть</a:t>
            </a:r>
            <a:endParaRPr lang="ru-RU" sz="400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551384" y="1772816"/>
            <a:ext cx="10972800" cy="438912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Типы карт</a:t>
            </a:r>
          </a:p>
          <a:p>
            <a:pPr marL="0" indent="0">
              <a:buNone/>
            </a:pPr>
            <a:r>
              <a:rPr lang="ru-RU" dirty="0" smtClean="0"/>
              <a:t>Режим робота</a:t>
            </a:r>
          </a:p>
          <a:p>
            <a:pPr marL="0" indent="0">
              <a:buNone/>
            </a:pPr>
            <a:r>
              <a:rPr lang="ru-RU" dirty="0" smtClean="0"/>
              <a:t>Установка приложения</a:t>
            </a:r>
          </a:p>
          <a:p>
            <a:pPr marL="0" indent="0">
              <a:buNone/>
            </a:pPr>
            <a:r>
              <a:rPr lang="en-US" dirty="0" err="1" smtClean="0"/>
              <a:t>Api</a:t>
            </a:r>
            <a:r>
              <a:rPr lang="en-US" dirty="0" smtClean="0"/>
              <a:t> </a:t>
            </a:r>
            <a:r>
              <a:rPr lang="ru-RU" smtClean="0"/>
              <a:t>карта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93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573" y="332656"/>
            <a:ext cx="10972800" cy="782960"/>
          </a:xfrm>
        </p:spPr>
        <p:txBody>
          <a:bodyPr vert="horz" lIns="0" rIns="0" bIns="0" anchor="b">
            <a:noAutofit/>
          </a:bodyPr>
          <a:lstStyle/>
          <a:p>
            <a:r>
              <a:rPr lang="ru-RU" sz="4000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344" y="1412776"/>
            <a:ext cx="11809312" cy="5328592"/>
          </a:xfrm>
        </p:spPr>
        <p:txBody>
          <a:bodyPr vert="horz" lIns="45720" tIns="0" rIns="45720" bIns="0" anchor="t" anchorCtr="0">
            <a:noAutofit/>
          </a:bodyPr>
          <a:lstStyle/>
          <a:p>
            <a:pPr marL="0" indent="450000" algn="just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200" b="1" dirty="0" smtClean="0">
                <a:latin typeface="+mj-lt"/>
              </a:rPr>
              <a:t>Итог:</a:t>
            </a:r>
            <a:r>
              <a:rPr lang="ru-RU" sz="2200" dirty="0" smtClean="0">
                <a:latin typeface="+mj-lt"/>
              </a:rPr>
              <a:t> было разработано приложение, позволяющее пользователю на карте указывать роботу-металлоискателю область для поиска в автоматическом режиме, а также просматривать на карте полученные </a:t>
            </a:r>
            <a:r>
              <a:rPr lang="ru-RU" sz="2200" dirty="0"/>
              <a:t>от робота</a:t>
            </a:r>
            <a:r>
              <a:rPr lang="ru-RU" sz="2200" dirty="0" smtClean="0">
                <a:latin typeface="+mj-lt"/>
              </a:rPr>
              <a:t> координаты точек, в которых был обнаружен металл. </a:t>
            </a:r>
          </a:p>
          <a:p>
            <a:pPr marL="0" indent="450000" algn="just">
              <a:lnSpc>
                <a:spcPct val="125000"/>
              </a:lnSpc>
              <a:spcBef>
                <a:spcPts val="0"/>
              </a:spcBef>
              <a:buNone/>
            </a:pPr>
            <a:r>
              <a:rPr lang="ru-RU" sz="2200" b="1" dirty="0" smtClean="0">
                <a:latin typeface="+mj-lt"/>
              </a:rPr>
              <a:t>Дальнейшее развитие приложения и в целом проекта: </a:t>
            </a:r>
            <a:r>
              <a:rPr lang="ru-RU" sz="2200" dirty="0">
                <a:latin typeface="+mj-lt"/>
              </a:rPr>
              <a:t>	</a:t>
            </a:r>
            <a:endParaRPr lang="ru-RU" sz="2200" dirty="0" smtClean="0">
              <a:latin typeface="+mj-lt"/>
            </a:endParaRP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 smtClean="0"/>
              <a:t>Добавить приложению возможность задавать поиск по нескольким областям;</a:t>
            </a: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/>
              <a:t>Добавить приложению функцию отслеживать местоположение робота в режиме реального времени; </a:t>
            </a: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 smtClean="0"/>
              <a:t>Поставить </a:t>
            </a:r>
            <a:r>
              <a:rPr lang="ru-RU" sz="2200" dirty="0"/>
              <a:t>роботу плату </a:t>
            </a:r>
            <a:r>
              <a:rPr lang="en-US" sz="2200" dirty="0"/>
              <a:t>Arduino</a:t>
            </a:r>
            <a:r>
              <a:rPr lang="ru-RU" sz="2200" dirty="0"/>
              <a:t> и </a:t>
            </a:r>
            <a:r>
              <a:rPr lang="en-US" sz="2200" dirty="0"/>
              <a:t>Bluetooth-</a:t>
            </a:r>
            <a:r>
              <a:rPr lang="ru-RU" sz="2200" dirty="0"/>
              <a:t>модуль, для загрузки указаний от приложения;</a:t>
            </a:r>
            <a:endParaRPr lang="ru-RU" sz="2200" dirty="0">
              <a:latin typeface="+mj-lt"/>
            </a:endParaRPr>
          </a:p>
          <a:p>
            <a:pPr marL="0" indent="355600" algn="just">
              <a:lnSpc>
                <a:spcPct val="125000"/>
              </a:lnSpc>
              <a:spcBef>
                <a:spcPts val="0"/>
              </a:spcBef>
            </a:pPr>
            <a:r>
              <a:rPr lang="ru-RU" sz="2200" dirty="0" smtClean="0">
                <a:latin typeface="+mj-lt"/>
              </a:rPr>
              <a:t>Подключить роботу </a:t>
            </a:r>
            <a:r>
              <a:rPr lang="ru-RU" sz="2200" dirty="0" smtClean="0">
                <a:solidFill>
                  <a:prstClr val="black"/>
                </a:solidFill>
                <a:latin typeface="Calibri"/>
              </a:rPr>
              <a:t>GPS-модуль, прописать алгоритм поиска в указанной области, </a:t>
            </a:r>
            <a:r>
              <a:rPr lang="ru-RU" sz="2200" dirty="0" smtClean="0">
                <a:latin typeface="+mj-lt"/>
              </a:rPr>
              <a:t>сделав </a:t>
            </a:r>
            <a:r>
              <a:rPr lang="ru-RU" sz="2200" dirty="0">
                <a:latin typeface="+mj-lt"/>
              </a:rPr>
              <a:t>робот полностью </a:t>
            </a:r>
            <a:r>
              <a:rPr lang="ru-RU" sz="2200" dirty="0" smtClean="0">
                <a:latin typeface="+mj-lt"/>
              </a:rPr>
              <a:t>автономным.</a:t>
            </a:r>
            <a:endParaRPr lang="ru-RU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628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Другая 3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546321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Другая 3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0B5394"/>
    </a:hlink>
    <a:folHlink>
      <a:srgbClr val="546321"/>
    </a:folHlink>
  </a:clrScheme>
</a:themeOverride>
</file>

<file path=ppt/theme/themeOverride2.xml><?xml version="1.0" encoding="utf-8"?>
<a:themeOverride xmlns:a="http://schemas.openxmlformats.org/drawingml/2006/main">
  <a:clrScheme name="Другая 3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0B5394"/>
    </a:hlink>
    <a:folHlink>
      <a:srgbClr val="546321"/>
    </a:folHlink>
  </a:clrScheme>
</a:themeOverride>
</file>

<file path=ppt/theme/themeOverride3.xml><?xml version="1.0" encoding="utf-8"?>
<a:themeOverride xmlns:a="http://schemas.openxmlformats.org/drawingml/2006/main">
  <a:clrScheme name="Другая 3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0B5394"/>
    </a:hlink>
    <a:folHlink>
      <a:srgbClr val="54632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2489</TotalTime>
  <Words>539</Words>
  <Application>Microsoft Office PowerPoint</Application>
  <PresentationFormat>Широкоэкранный</PresentationFormat>
  <Paragraphs>87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Arial Narrow</vt:lpstr>
      <vt:lpstr>Calibri</vt:lpstr>
      <vt:lpstr>Calibri Light</vt:lpstr>
      <vt:lpstr>Constantia</vt:lpstr>
      <vt:lpstr>Wingdings 2</vt:lpstr>
      <vt:lpstr>Поток</vt:lpstr>
      <vt:lpstr>РАЗРАБОТКА ПРИЛОЖЕНИЯ  ДЛЯ РОБОТА-МЕТАЛЛОИСКАТЕЛЯ</vt:lpstr>
      <vt:lpstr>Введение</vt:lpstr>
      <vt:lpstr>Цель</vt:lpstr>
      <vt:lpstr>Задачи и используемые технологии</vt:lpstr>
      <vt:lpstr>Функционал приложения</vt:lpstr>
      <vt:lpstr>Интерфейс приложения</vt:lpstr>
      <vt:lpstr>Интерфейс приложения</vt:lpstr>
      <vt:lpstr>Интерфейс приложения</vt:lpstr>
      <vt:lpstr>Структура базы данных</vt:lpstr>
      <vt:lpstr>Файловая структура приложения</vt:lpstr>
      <vt:lpstr>Техническая часть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Радионяня</dc:title>
  <dc:creator>Asus</dc:creator>
  <cp:lastModifiedBy>User User</cp:lastModifiedBy>
  <cp:revision>112</cp:revision>
  <dcterms:created xsi:type="dcterms:W3CDTF">2024-04-18T19:21:56Z</dcterms:created>
  <dcterms:modified xsi:type="dcterms:W3CDTF">2025-11-23T19:02:48Z</dcterms:modified>
</cp:coreProperties>
</file>